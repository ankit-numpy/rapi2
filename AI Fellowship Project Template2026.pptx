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4CBDC38-0F0C-EF0A-5169-FC033B4B9FA1}" v="4" dt="2026-02-19T06:35:51.1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mamaheshwari R" userId="S::uma@edunetfoundation.org::5013a120-0240-46bd-a5d8-a54ab11ae5fe" providerId="AD" clId="Web-{34CBDC38-0F0C-EF0A-5169-FC033B4B9FA1}"/>
    <pc:docChg chg="modSld">
      <pc:chgData name="Umamaheshwari R" userId="S::uma@edunetfoundation.org::5013a120-0240-46bd-a5d8-a54ab11ae5fe" providerId="AD" clId="Web-{34CBDC38-0F0C-EF0A-5169-FC033B4B9FA1}" dt="2026-02-19T06:35:48.913" v="2" actId="20577"/>
      <pc:docMkLst>
        <pc:docMk/>
      </pc:docMkLst>
      <pc:sldChg chg="modSp">
        <pc:chgData name="Umamaheshwari R" userId="S::uma@edunetfoundation.org::5013a120-0240-46bd-a5d8-a54ab11ae5fe" providerId="AD" clId="Web-{34CBDC38-0F0C-EF0A-5169-FC033B4B9FA1}" dt="2026-02-19T06:35:48.913" v="2" actId="20577"/>
        <pc:sldMkLst>
          <pc:docMk/>
          <pc:sldMk cId="0" sldId="266"/>
        </pc:sldMkLst>
        <pc:spChg chg="mod">
          <ac:chgData name="Umamaheshwari R" userId="S::uma@edunetfoundation.org::5013a120-0240-46bd-a5d8-a54ab11ae5fe" providerId="AD" clId="Web-{34CBDC38-0F0C-EF0A-5169-FC033B4B9FA1}" dt="2026-02-19T06:35:48.913" v="2" actId="20577"/>
          <ac:spMkLst>
            <pc:docMk/>
            <pc:sldMk cId="0" sldId="266"/>
            <ac:spMk id="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0654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FFFFFF"/>
          </a:solidFill>
          <a:ln/>
        </p:spPr>
      </p:sp>
      <p:sp>
        <p:nvSpPr>
          <p:cNvPr id="3" name="Shape 1"/>
          <p:cNvSpPr/>
          <p:nvPr/>
        </p:nvSpPr>
        <p:spPr>
          <a:xfrm>
            <a:off x="320040" y="91440"/>
            <a:ext cx="4572000" cy="502920"/>
          </a:xfrm>
          <a:prstGeom prst="rect">
            <a:avLst/>
          </a:prstGeom>
          <a:solidFill>
            <a:srgbClr val="FFFFFF"/>
          </a:solidFill>
          <a:ln w="12700">
            <a:solidFill>
              <a:srgbClr val="CCCCCC"/>
            </a:solidFill>
            <a:prstDash val="solid"/>
          </a:ln>
        </p:spPr>
      </p:sp>
      <p:sp>
        <p:nvSpPr>
          <p:cNvPr id="4" name="Text 2"/>
          <p:cNvSpPr/>
          <p:nvPr/>
        </p:nvSpPr>
        <p:spPr>
          <a:xfrm>
            <a:off x="365760" y="137160"/>
            <a:ext cx="4480560" cy="411480"/>
          </a:xfrm>
          <a:prstGeom prst="rect">
            <a:avLst/>
          </a:prstGeom>
          <a:noFill/>
          <a:ln/>
        </p:spPr>
        <p:txBody>
          <a:bodyPr wrap="square" rtlCol="0" anchor="ctr"/>
          <a:lstStyle/>
          <a:p>
            <a:pPr marL="0" indent="0">
              <a:buNone/>
            </a:pPr>
            <a:r>
              <a:rPr lang="en-US" sz="950">
                <a:solidFill>
                  <a:srgbClr val="607D8B"/>
                </a:solidFill>
                <a:latin typeface="Calibri" pitchFamily="34" charset="0"/>
                <a:ea typeface="Calibri" pitchFamily="34" charset="-122"/>
                <a:cs typeface="Calibri" pitchFamily="34" charset="-120"/>
              </a:rPr>
              <a:t> LinkedIn  </a:t>
            </a:r>
            <a:r>
              <a:rPr lang="en-US" sz="950" err="1">
                <a:solidFill>
                  <a:srgbClr val="607D8B"/>
                </a:solidFill>
                <a:latin typeface="Calibri" pitchFamily="34" charset="0"/>
                <a:ea typeface="Calibri" pitchFamily="34" charset="-122"/>
                <a:cs typeface="Calibri" pitchFamily="34" charset="-120"/>
              </a:rPr>
              <a:t>Edunet</a:t>
            </a:r>
            <a:r>
              <a:rPr lang="en-US" sz="950">
                <a:solidFill>
                  <a:srgbClr val="607D8B"/>
                </a:solidFill>
                <a:latin typeface="Calibri" pitchFamily="34" charset="0"/>
                <a:ea typeface="Calibri" pitchFamily="34" charset="-122"/>
                <a:cs typeface="Calibri" pitchFamily="34" charset="-120"/>
              </a:rPr>
              <a:t>   </a:t>
            </a:r>
            <a:endParaRPr lang="en-US" sz="950"/>
          </a:p>
        </p:txBody>
      </p:sp>
      <p:sp>
        <p:nvSpPr>
          <p:cNvPr id="5" name="Shape 3"/>
          <p:cNvSpPr/>
          <p:nvPr/>
        </p:nvSpPr>
        <p:spPr>
          <a:xfrm>
            <a:off x="5943600" y="0"/>
            <a:ext cx="3200400" cy="5143500"/>
          </a:xfrm>
          <a:prstGeom prst="rect">
            <a:avLst/>
          </a:prstGeom>
          <a:solidFill>
            <a:srgbClr val="1B3A8A"/>
          </a:solidFill>
          <a:ln/>
        </p:spPr>
      </p:sp>
      <p:sp>
        <p:nvSpPr>
          <p:cNvPr id="6" name="Shape 4"/>
          <p:cNvSpPr/>
          <p:nvPr/>
        </p:nvSpPr>
        <p:spPr>
          <a:xfrm>
            <a:off x="5486400" y="0"/>
            <a:ext cx="502920" cy="5143500"/>
          </a:xfrm>
          <a:prstGeom prst="rect">
            <a:avLst/>
          </a:prstGeom>
          <a:solidFill>
            <a:srgbClr val="1565C0"/>
          </a:solidFill>
          <a:ln/>
        </p:spPr>
      </p:sp>
      <p:sp>
        <p:nvSpPr>
          <p:cNvPr id="9" name="Shape 7"/>
          <p:cNvSpPr/>
          <p:nvPr/>
        </p:nvSpPr>
        <p:spPr>
          <a:xfrm>
            <a:off x="6126480" y="3108960"/>
            <a:ext cx="2834640" cy="109728"/>
          </a:xfrm>
          <a:prstGeom prst="rect">
            <a:avLst/>
          </a:prstGeom>
          <a:solidFill>
            <a:srgbClr val="4FC3F7"/>
          </a:solidFill>
          <a:ln/>
        </p:spPr>
      </p:sp>
      <p:sp>
        <p:nvSpPr>
          <p:cNvPr id="10" name="Shape 8"/>
          <p:cNvSpPr/>
          <p:nvPr/>
        </p:nvSpPr>
        <p:spPr>
          <a:xfrm>
            <a:off x="6400800" y="3291840"/>
            <a:ext cx="2468880" cy="109728"/>
          </a:xfrm>
          <a:prstGeom prst="rect">
            <a:avLst/>
          </a:prstGeom>
          <a:solidFill>
            <a:srgbClr val="4FC3F7"/>
          </a:solidFill>
          <a:ln/>
        </p:spPr>
      </p:sp>
      <p:sp>
        <p:nvSpPr>
          <p:cNvPr id="11" name="Shape 9"/>
          <p:cNvSpPr/>
          <p:nvPr/>
        </p:nvSpPr>
        <p:spPr>
          <a:xfrm>
            <a:off x="6675120" y="3474720"/>
            <a:ext cx="2103120" cy="109728"/>
          </a:xfrm>
          <a:prstGeom prst="rect">
            <a:avLst/>
          </a:prstGeom>
          <a:solidFill>
            <a:srgbClr val="4FC3F7"/>
          </a:solidFill>
          <a:ln/>
        </p:spPr>
      </p:sp>
      <p:sp>
        <p:nvSpPr>
          <p:cNvPr id="12" name="Text 10"/>
          <p:cNvSpPr/>
          <p:nvPr/>
        </p:nvSpPr>
        <p:spPr>
          <a:xfrm>
            <a:off x="320040" y="960120"/>
            <a:ext cx="5029200" cy="1463040"/>
          </a:xfrm>
          <a:prstGeom prst="rect">
            <a:avLst/>
          </a:prstGeom>
          <a:noFill/>
          <a:ln/>
        </p:spPr>
        <p:txBody>
          <a:bodyPr wrap="square" rtlCol="0" anchor="ctr"/>
          <a:lstStyle/>
          <a:p>
            <a:pPr marL="0" indent="0">
              <a:buNone/>
            </a:pPr>
            <a:r>
              <a:rPr lang="en-US" sz="3800" b="1">
                <a:solidFill>
                  <a:srgbClr val="1B3A8A"/>
                </a:solidFill>
                <a:latin typeface="Calibri" pitchFamily="34" charset="0"/>
                <a:ea typeface="Calibri" pitchFamily="34" charset="-122"/>
                <a:cs typeface="Calibri" pitchFamily="34" charset="-120"/>
              </a:rPr>
              <a:t>[Project Name</a:t>
            </a:r>
            <a:endParaRPr lang="en-US" sz="3800"/>
          </a:p>
          <a:p>
            <a:pPr marL="0" indent="0">
              <a:buNone/>
            </a:pPr>
            <a:r>
              <a:rPr lang="en-US" sz="3800" b="1">
                <a:solidFill>
                  <a:srgbClr val="1B3A8A"/>
                </a:solidFill>
                <a:latin typeface="Calibri" pitchFamily="34" charset="0"/>
                <a:ea typeface="Calibri" pitchFamily="34" charset="-122"/>
                <a:cs typeface="Calibri" pitchFamily="34" charset="-120"/>
              </a:rPr>
              <a:t>or Title]</a:t>
            </a:r>
            <a:endParaRPr lang="en-US" sz="3800"/>
          </a:p>
        </p:txBody>
      </p:sp>
      <p:sp>
        <p:nvSpPr>
          <p:cNvPr id="13" name="Shape 11"/>
          <p:cNvSpPr/>
          <p:nvPr/>
        </p:nvSpPr>
        <p:spPr>
          <a:xfrm>
            <a:off x="320040" y="2578608"/>
            <a:ext cx="3840480" cy="384048"/>
          </a:xfrm>
          <a:prstGeom prst="rect">
            <a:avLst/>
          </a:prstGeom>
          <a:solidFill>
            <a:srgbClr val="1565C0"/>
          </a:solidFill>
          <a:ln/>
        </p:spPr>
      </p:sp>
      <p:sp>
        <p:nvSpPr>
          <p:cNvPr id="14" name="Shape 12"/>
          <p:cNvSpPr/>
          <p:nvPr/>
        </p:nvSpPr>
        <p:spPr>
          <a:xfrm>
            <a:off x="4160520" y="2578608"/>
            <a:ext cx="274320" cy="384048"/>
          </a:xfrm>
          <a:prstGeom prst="rect">
            <a:avLst/>
          </a:prstGeom>
          <a:solidFill>
            <a:srgbClr val="1B3A8A"/>
          </a:solidFill>
          <a:ln/>
        </p:spPr>
      </p:sp>
      <p:sp>
        <p:nvSpPr>
          <p:cNvPr id="15" name="Text 13"/>
          <p:cNvSpPr/>
          <p:nvPr/>
        </p:nvSpPr>
        <p:spPr>
          <a:xfrm>
            <a:off x="320040" y="2578608"/>
            <a:ext cx="3840480" cy="384048"/>
          </a:xfrm>
          <a:prstGeom prst="rect">
            <a:avLst/>
          </a:prstGeom>
          <a:noFill/>
          <a:ln/>
        </p:spPr>
        <p:txBody>
          <a:bodyPr wrap="square" rtlCol="0" anchor="ctr"/>
          <a:lstStyle/>
          <a:p>
            <a:pPr marL="0" indent="0">
              <a:buNone/>
            </a:pPr>
            <a:r>
              <a:rPr lang="en-US" sz="1300" b="1" kern="0" spc="200">
                <a:solidFill>
                  <a:srgbClr val="FFFFFF"/>
                </a:solidFill>
                <a:latin typeface="Calibri" pitchFamily="34" charset="0"/>
                <a:ea typeface="Calibri" pitchFamily="34" charset="-122"/>
                <a:cs typeface="Calibri" pitchFamily="34" charset="-120"/>
              </a:rPr>
              <a:t>P R E S E N T A T I O N   2 0 2 6</a:t>
            </a:r>
            <a:endParaRPr lang="en-US" sz="1300"/>
          </a:p>
        </p:txBody>
      </p:sp>
      <p:sp>
        <p:nvSpPr>
          <p:cNvPr id="16" name="Shape 14"/>
          <p:cNvSpPr/>
          <p:nvPr/>
        </p:nvSpPr>
        <p:spPr>
          <a:xfrm>
            <a:off x="320040" y="3611880"/>
            <a:ext cx="411480" cy="411480"/>
          </a:xfrm>
          <a:prstGeom prst="ellipse">
            <a:avLst/>
          </a:prstGeom>
          <a:solidFill>
            <a:srgbClr val="ECEFF1"/>
          </a:solidFill>
          <a:ln w="19050">
            <a:solidFill>
              <a:srgbClr val="1B3A8A"/>
            </a:solidFill>
            <a:prstDash val="solid"/>
          </a:ln>
        </p:spPr>
      </p:sp>
      <p:sp>
        <p:nvSpPr>
          <p:cNvPr id="17" name="Text 15"/>
          <p:cNvSpPr/>
          <p:nvPr/>
        </p:nvSpPr>
        <p:spPr>
          <a:xfrm>
            <a:off x="320040" y="3621024"/>
            <a:ext cx="411480" cy="393192"/>
          </a:xfrm>
          <a:prstGeom prst="rect">
            <a:avLst/>
          </a:prstGeom>
          <a:noFill/>
          <a:ln/>
        </p:spPr>
        <p:txBody>
          <a:bodyPr wrap="square" rtlCol="0" anchor="ctr"/>
          <a:lstStyle/>
          <a:p>
            <a:pPr marL="0" indent="0" algn="ctr">
              <a:buNone/>
            </a:pPr>
            <a:r>
              <a:rPr lang="en-US" sz="1600">
                <a:solidFill>
                  <a:srgbClr val="000000"/>
                </a:solidFill>
              </a:rPr>
              <a:t>👤</a:t>
            </a:r>
            <a:endParaRPr lang="en-US" sz="1600"/>
          </a:p>
        </p:txBody>
      </p:sp>
      <p:sp>
        <p:nvSpPr>
          <p:cNvPr id="18" name="Text 16"/>
          <p:cNvSpPr/>
          <p:nvPr/>
        </p:nvSpPr>
        <p:spPr>
          <a:xfrm>
            <a:off x="777240" y="3611880"/>
            <a:ext cx="1828800" cy="201168"/>
          </a:xfrm>
          <a:prstGeom prst="rect">
            <a:avLst/>
          </a:prstGeom>
          <a:noFill/>
          <a:ln/>
        </p:spPr>
        <p:txBody>
          <a:bodyPr wrap="square" rtlCol="0" anchor="ctr"/>
          <a:lstStyle/>
          <a:p>
            <a:pPr marL="0" indent="0">
              <a:buNone/>
            </a:pPr>
            <a:r>
              <a:rPr lang="en-US" sz="900">
                <a:solidFill>
                  <a:srgbClr val="607D8B"/>
                </a:solidFill>
                <a:latin typeface="Calibri" pitchFamily="34" charset="0"/>
                <a:ea typeface="Calibri" pitchFamily="34" charset="-122"/>
                <a:cs typeface="Calibri" pitchFamily="34" charset="-120"/>
              </a:rPr>
              <a:t>Student Name</a:t>
            </a:r>
            <a:endParaRPr lang="en-US" sz="900"/>
          </a:p>
        </p:txBody>
      </p:sp>
      <p:sp>
        <p:nvSpPr>
          <p:cNvPr id="19" name="Text 17"/>
          <p:cNvSpPr/>
          <p:nvPr/>
        </p:nvSpPr>
        <p:spPr>
          <a:xfrm>
            <a:off x="777240" y="3794760"/>
            <a:ext cx="1828800" cy="228600"/>
          </a:xfrm>
          <a:prstGeom prst="rect">
            <a:avLst/>
          </a:prstGeom>
          <a:noFill/>
          <a:ln/>
        </p:spPr>
        <p:txBody>
          <a:bodyPr wrap="square" rtlCol="0" anchor="ctr"/>
          <a:lstStyle/>
          <a:p>
            <a:pPr marL="0" indent="0">
              <a:buNone/>
            </a:pPr>
            <a:r>
              <a:rPr lang="en-US" sz="1100" b="1">
                <a:solidFill>
                  <a:srgbClr val="1B3A8A"/>
                </a:solidFill>
                <a:latin typeface="Calibri" pitchFamily="34" charset="0"/>
                <a:ea typeface="Calibri" pitchFamily="34" charset="-122"/>
                <a:cs typeface="Calibri" pitchFamily="34" charset="-120"/>
              </a:rPr>
              <a:t>[Student Name]</a:t>
            </a:r>
            <a:endParaRPr lang="en-US" sz="1100"/>
          </a:p>
        </p:txBody>
      </p:sp>
      <p:sp>
        <p:nvSpPr>
          <p:cNvPr id="20" name="Shape 18"/>
          <p:cNvSpPr/>
          <p:nvPr/>
        </p:nvSpPr>
        <p:spPr>
          <a:xfrm>
            <a:off x="2834640" y="3611880"/>
            <a:ext cx="411480" cy="411480"/>
          </a:xfrm>
          <a:prstGeom prst="ellipse">
            <a:avLst/>
          </a:prstGeom>
          <a:solidFill>
            <a:srgbClr val="ECEFF1"/>
          </a:solidFill>
          <a:ln w="19050">
            <a:solidFill>
              <a:srgbClr val="1B3A8A"/>
            </a:solidFill>
            <a:prstDash val="solid"/>
          </a:ln>
        </p:spPr>
      </p:sp>
      <p:sp>
        <p:nvSpPr>
          <p:cNvPr id="21" name="Text 19"/>
          <p:cNvSpPr/>
          <p:nvPr/>
        </p:nvSpPr>
        <p:spPr>
          <a:xfrm>
            <a:off x="2834640" y="3621024"/>
            <a:ext cx="411480" cy="393192"/>
          </a:xfrm>
          <a:prstGeom prst="rect">
            <a:avLst/>
          </a:prstGeom>
          <a:noFill/>
          <a:ln/>
        </p:spPr>
        <p:txBody>
          <a:bodyPr wrap="square" rtlCol="0" anchor="ctr"/>
          <a:lstStyle/>
          <a:p>
            <a:pPr marL="0" indent="0" algn="ctr">
              <a:buNone/>
            </a:pPr>
            <a:r>
              <a:rPr lang="en-US" sz="1600">
                <a:solidFill>
                  <a:srgbClr val="000000"/>
                </a:solidFill>
              </a:rPr>
              <a:t>✉</a:t>
            </a:r>
            <a:endParaRPr lang="en-US" sz="1600"/>
          </a:p>
        </p:txBody>
      </p:sp>
      <p:sp>
        <p:nvSpPr>
          <p:cNvPr id="22" name="Text 20"/>
          <p:cNvSpPr/>
          <p:nvPr/>
        </p:nvSpPr>
        <p:spPr>
          <a:xfrm>
            <a:off x="3291840" y="3611880"/>
            <a:ext cx="1828800" cy="201168"/>
          </a:xfrm>
          <a:prstGeom prst="rect">
            <a:avLst/>
          </a:prstGeom>
          <a:noFill/>
          <a:ln/>
        </p:spPr>
        <p:txBody>
          <a:bodyPr wrap="square" rtlCol="0" anchor="ctr"/>
          <a:lstStyle/>
          <a:p>
            <a:pPr marL="0" indent="0">
              <a:buNone/>
            </a:pPr>
            <a:r>
              <a:rPr lang="en-US" sz="900">
                <a:solidFill>
                  <a:srgbClr val="607D8B"/>
                </a:solidFill>
                <a:latin typeface="Calibri" pitchFamily="34" charset="0"/>
                <a:ea typeface="Calibri" pitchFamily="34" charset="-122"/>
                <a:cs typeface="Calibri" pitchFamily="34" charset="-120"/>
              </a:rPr>
              <a:t>Student Email</a:t>
            </a:r>
            <a:endParaRPr lang="en-US" sz="900"/>
          </a:p>
        </p:txBody>
      </p:sp>
      <p:sp>
        <p:nvSpPr>
          <p:cNvPr id="23" name="Text 21"/>
          <p:cNvSpPr/>
          <p:nvPr/>
        </p:nvSpPr>
        <p:spPr>
          <a:xfrm>
            <a:off x="3291840" y="3794760"/>
            <a:ext cx="1828800" cy="228600"/>
          </a:xfrm>
          <a:prstGeom prst="rect">
            <a:avLst/>
          </a:prstGeom>
          <a:noFill/>
          <a:ln/>
        </p:spPr>
        <p:txBody>
          <a:bodyPr wrap="square" rtlCol="0" anchor="ctr"/>
          <a:lstStyle/>
          <a:p>
            <a:pPr marL="0" indent="0">
              <a:buNone/>
            </a:pPr>
            <a:r>
              <a:rPr lang="en-US" sz="1100" b="1">
                <a:solidFill>
                  <a:srgbClr val="1B3A8A"/>
                </a:solidFill>
                <a:latin typeface="Calibri" pitchFamily="34" charset="0"/>
                <a:ea typeface="Calibri" pitchFamily="34" charset="-122"/>
                <a:cs typeface="Calibri" pitchFamily="34" charset="-120"/>
              </a:rPr>
              <a:t>[abc@xyz.com]</a:t>
            </a:r>
            <a:endParaRPr lang="en-US" sz="1100"/>
          </a:p>
        </p:txBody>
      </p:sp>
      <p:sp>
        <p:nvSpPr>
          <p:cNvPr id="24" name="Shape 22"/>
          <p:cNvSpPr/>
          <p:nvPr/>
        </p:nvSpPr>
        <p:spPr>
          <a:xfrm>
            <a:off x="277722" y="4384041"/>
            <a:ext cx="411480" cy="411480"/>
          </a:xfrm>
          <a:prstGeom prst="ellipse">
            <a:avLst/>
          </a:prstGeom>
          <a:solidFill>
            <a:srgbClr val="ECEFF1"/>
          </a:solidFill>
          <a:ln w="19050">
            <a:solidFill>
              <a:srgbClr val="1B3A8A"/>
            </a:solidFill>
            <a:prstDash val="solid"/>
          </a:ln>
        </p:spPr>
      </p:sp>
      <p:sp>
        <p:nvSpPr>
          <p:cNvPr id="25" name="Text 23"/>
          <p:cNvSpPr/>
          <p:nvPr/>
        </p:nvSpPr>
        <p:spPr>
          <a:xfrm>
            <a:off x="277722" y="4393185"/>
            <a:ext cx="411480" cy="393192"/>
          </a:xfrm>
          <a:prstGeom prst="rect">
            <a:avLst/>
          </a:prstGeom>
          <a:noFill/>
          <a:ln/>
        </p:spPr>
        <p:txBody>
          <a:bodyPr wrap="square" rtlCol="0" anchor="ctr"/>
          <a:lstStyle/>
          <a:p>
            <a:pPr marL="0" indent="0" algn="ctr">
              <a:buNone/>
            </a:pPr>
            <a:r>
              <a:rPr lang="en-US" sz="1600">
                <a:solidFill>
                  <a:srgbClr val="000000"/>
                </a:solidFill>
              </a:rPr>
              <a:t>📖</a:t>
            </a:r>
            <a:endParaRPr lang="en-US" sz="1600"/>
          </a:p>
        </p:txBody>
      </p:sp>
      <p:sp>
        <p:nvSpPr>
          <p:cNvPr id="27" name="Text 25"/>
          <p:cNvSpPr/>
          <p:nvPr/>
        </p:nvSpPr>
        <p:spPr>
          <a:xfrm>
            <a:off x="782333" y="4478866"/>
            <a:ext cx="1828800" cy="228600"/>
          </a:xfrm>
          <a:prstGeom prst="rect">
            <a:avLst/>
          </a:prstGeom>
          <a:noFill/>
          <a:ln/>
        </p:spPr>
        <p:txBody>
          <a:bodyPr wrap="square" rtlCol="0" anchor="ctr"/>
          <a:lstStyle/>
          <a:p>
            <a:pPr marL="0" indent="0">
              <a:buNone/>
            </a:pPr>
            <a:r>
              <a:rPr lang="en-US" sz="1100" b="1">
                <a:solidFill>
                  <a:srgbClr val="1B3A8A"/>
                </a:solidFill>
                <a:latin typeface="Calibri" pitchFamily="34" charset="0"/>
                <a:ea typeface="Calibri" pitchFamily="34" charset="-122"/>
                <a:cs typeface="Calibri" pitchFamily="34" charset="-120"/>
              </a:rPr>
              <a:t>[Mentor Name]</a:t>
            </a:r>
            <a:endParaRPr lang="en-US" sz="1100"/>
          </a:p>
        </p:txBody>
      </p:sp>
      <p:sp>
        <p:nvSpPr>
          <p:cNvPr id="28" name="Shape 26"/>
          <p:cNvSpPr/>
          <p:nvPr/>
        </p:nvSpPr>
        <p:spPr>
          <a:xfrm>
            <a:off x="0" y="4983480"/>
            <a:ext cx="9144000" cy="160020"/>
          </a:xfrm>
          <a:prstGeom prst="rect">
            <a:avLst/>
          </a:prstGeom>
          <a:solidFill>
            <a:srgbClr val="1B3A8A"/>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a:ln/>
        </p:spPr>
      </p:sp>
      <p:sp>
        <p:nvSpPr>
          <p:cNvPr id="3" name="Text 1"/>
          <p:cNvSpPr/>
          <p:nvPr/>
        </p:nvSpPr>
        <p:spPr>
          <a:xfrm>
            <a:off x="7772400" y="45720"/>
            <a:ext cx="1280160" cy="411480"/>
          </a:xfrm>
          <a:prstGeom prst="rect">
            <a:avLst/>
          </a:prstGeom>
          <a:noFill/>
          <a:ln/>
        </p:spPr>
        <p:txBody>
          <a:bodyPr wrap="square" rtlCol="0" anchor="ctr"/>
          <a:lstStyle/>
          <a:p>
            <a:pPr marL="0" indent="0" algn="r">
              <a:buNone/>
            </a:pPr>
            <a:r>
              <a:rPr lang="en-US" sz="800" b="1">
                <a:solidFill>
                  <a:srgbClr val="4FC3F7"/>
                </a:solidFill>
                <a:latin typeface="Calibri" pitchFamily="34" charset="0"/>
                <a:ea typeface="Calibri" pitchFamily="34" charset="-122"/>
                <a:cs typeface="Calibri" pitchFamily="34" charset="-120"/>
              </a:rPr>
              <a:t>edunet</a:t>
            </a:r>
            <a:endParaRPr lang="en-US" sz="800"/>
          </a:p>
          <a:p>
            <a:pPr marL="0" indent="0" algn="r">
              <a:buNone/>
            </a:pPr>
            <a:r>
              <a:rPr lang="en-US" sz="800" b="1">
                <a:solidFill>
                  <a:srgbClr val="4FC3F7"/>
                </a:solidFill>
                <a:latin typeface="Calibri" pitchFamily="34" charset="0"/>
                <a:ea typeface="Calibri" pitchFamily="34" charset="-122"/>
                <a:cs typeface="Calibri" pitchFamily="34" charset="-120"/>
              </a:rPr>
              <a:t>foundation</a:t>
            </a:r>
            <a:endParaRPr lang="en-US" sz="800"/>
          </a:p>
        </p:txBody>
      </p:sp>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a:solidFill>
                  <a:srgbClr val="1B3A8A"/>
                </a:solidFill>
                <a:latin typeface="Calibri" pitchFamily="34" charset="0"/>
                <a:ea typeface="Calibri" pitchFamily="34" charset="-122"/>
                <a:cs typeface="Calibri" pitchFamily="34" charset="-120"/>
              </a:rPr>
              <a:t>OUTLINE</a:t>
            </a:r>
            <a:endParaRPr lang="en-US" sz="2200"/>
          </a:p>
        </p:txBody>
      </p:sp>
      <p:sp>
        <p:nvSpPr>
          <p:cNvPr id="5" name="Shape 3"/>
          <p:cNvSpPr/>
          <p:nvPr/>
        </p:nvSpPr>
        <p:spPr>
          <a:xfrm>
            <a:off x="0" y="4983480"/>
            <a:ext cx="9144000" cy="160020"/>
          </a:xfrm>
          <a:prstGeom prst="rect">
            <a:avLst/>
          </a:prstGeom>
          <a:solidFill>
            <a:srgbClr val="1B3A8A"/>
          </a:solidFill>
          <a:ln/>
        </p:spPr>
      </p:sp>
      <p:sp>
        <p:nvSpPr>
          <p:cNvPr id="6" name="Text 4"/>
          <p:cNvSpPr/>
          <p:nvPr/>
        </p:nvSpPr>
        <p:spPr>
          <a:xfrm>
            <a:off x="457200" y="1234440"/>
            <a:ext cx="4389120" cy="402336"/>
          </a:xfrm>
          <a:prstGeom prst="rect">
            <a:avLst/>
          </a:prstGeom>
          <a:noFill/>
          <a:ln/>
        </p:spPr>
        <p:txBody>
          <a:bodyPr wrap="square" rtlCol="0" anchor="ctr"/>
          <a:lstStyle/>
          <a:p>
            <a:pPr marL="0" indent="0">
              <a:buNone/>
            </a:pPr>
            <a:r>
              <a:rPr lang="en-US" sz="1300" b="1">
                <a:solidFill>
                  <a:srgbClr val="1565C0"/>
                </a:solidFill>
                <a:latin typeface="Calibri" pitchFamily="34" charset="0"/>
                <a:ea typeface="Calibri" pitchFamily="34" charset="-122"/>
                <a:cs typeface="Calibri" pitchFamily="34" charset="-120"/>
              </a:rPr>
              <a:t>• </a:t>
            </a:r>
            <a:r>
              <a:rPr lang="en-US" sz="1300">
                <a:solidFill>
                  <a:srgbClr val="1A1A2E"/>
                </a:solidFill>
                <a:latin typeface="Calibri" pitchFamily="34" charset="0"/>
                <a:ea typeface="Calibri" pitchFamily="34" charset="-122"/>
                <a:cs typeface="Calibri" pitchFamily="34" charset="-120"/>
              </a:rPr>
              <a:t>Abstract of the Project</a:t>
            </a:r>
            <a:endParaRPr lang="en-US" sz="1300"/>
          </a:p>
        </p:txBody>
      </p:sp>
      <p:sp>
        <p:nvSpPr>
          <p:cNvPr id="7" name="Text 5"/>
          <p:cNvSpPr/>
          <p:nvPr/>
        </p:nvSpPr>
        <p:spPr>
          <a:xfrm>
            <a:off x="457200" y="1664208"/>
            <a:ext cx="4389120" cy="402336"/>
          </a:xfrm>
          <a:prstGeom prst="rect">
            <a:avLst/>
          </a:prstGeom>
          <a:noFill/>
          <a:ln/>
        </p:spPr>
        <p:txBody>
          <a:bodyPr wrap="square" rtlCol="0" anchor="ctr"/>
          <a:lstStyle/>
          <a:p>
            <a:pPr marL="0" indent="0">
              <a:buNone/>
            </a:pPr>
            <a:r>
              <a:rPr lang="en-US" sz="1300" b="1">
                <a:solidFill>
                  <a:srgbClr val="1565C0"/>
                </a:solidFill>
                <a:latin typeface="Calibri" pitchFamily="34" charset="0"/>
                <a:ea typeface="Calibri" pitchFamily="34" charset="-122"/>
                <a:cs typeface="Calibri" pitchFamily="34" charset="-120"/>
              </a:rPr>
              <a:t>• </a:t>
            </a:r>
            <a:r>
              <a:rPr lang="en-US" sz="1300">
                <a:solidFill>
                  <a:srgbClr val="1A1A2E"/>
                </a:solidFill>
                <a:latin typeface="Calibri" pitchFamily="34" charset="0"/>
                <a:ea typeface="Calibri" pitchFamily="34" charset="-122"/>
                <a:cs typeface="Calibri" pitchFamily="34" charset="-120"/>
              </a:rPr>
              <a:t>Problem Statement</a:t>
            </a:r>
            <a:endParaRPr lang="en-US" sz="1300"/>
          </a:p>
        </p:txBody>
      </p:sp>
      <p:sp>
        <p:nvSpPr>
          <p:cNvPr id="8" name="Text 6"/>
          <p:cNvSpPr/>
          <p:nvPr/>
        </p:nvSpPr>
        <p:spPr>
          <a:xfrm>
            <a:off x="457200" y="2093976"/>
            <a:ext cx="4389120" cy="402336"/>
          </a:xfrm>
          <a:prstGeom prst="rect">
            <a:avLst/>
          </a:prstGeom>
          <a:noFill/>
          <a:ln/>
        </p:spPr>
        <p:txBody>
          <a:bodyPr wrap="square" rtlCol="0" anchor="ctr"/>
          <a:lstStyle/>
          <a:p>
            <a:pPr marL="0" indent="0">
              <a:buNone/>
            </a:pPr>
            <a:r>
              <a:rPr lang="en-US" sz="1300" b="1">
                <a:solidFill>
                  <a:srgbClr val="1565C0"/>
                </a:solidFill>
                <a:latin typeface="Calibri" pitchFamily="34" charset="0"/>
                <a:ea typeface="Calibri" pitchFamily="34" charset="-122"/>
                <a:cs typeface="Calibri" pitchFamily="34" charset="-120"/>
              </a:rPr>
              <a:t>• </a:t>
            </a:r>
            <a:r>
              <a:rPr lang="en-US" sz="1300">
                <a:solidFill>
                  <a:srgbClr val="1A1A2E"/>
                </a:solidFill>
                <a:latin typeface="Calibri" pitchFamily="34" charset="0"/>
                <a:ea typeface="Calibri" pitchFamily="34" charset="-122"/>
                <a:cs typeface="Calibri" pitchFamily="34" charset="-120"/>
              </a:rPr>
              <a:t>Proposed Solution</a:t>
            </a:r>
            <a:endParaRPr lang="en-US" sz="1300"/>
          </a:p>
        </p:txBody>
      </p:sp>
      <p:sp>
        <p:nvSpPr>
          <p:cNvPr id="9" name="Text 7"/>
          <p:cNvSpPr/>
          <p:nvPr/>
        </p:nvSpPr>
        <p:spPr>
          <a:xfrm>
            <a:off x="457200" y="2523744"/>
            <a:ext cx="4389120" cy="402336"/>
          </a:xfrm>
          <a:prstGeom prst="rect">
            <a:avLst/>
          </a:prstGeom>
          <a:noFill/>
          <a:ln/>
        </p:spPr>
        <p:txBody>
          <a:bodyPr wrap="square" rtlCol="0" anchor="ctr"/>
          <a:lstStyle/>
          <a:p>
            <a:pPr marL="0" indent="0">
              <a:buNone/>
            </a:pPr>
            <a:r>
              <a:rPr lang="en-US" sz="1300" b="1">
                <a:solidFill>
                  <a:srgbClr val="1565C0"/>
                </a:solidFill>
                <a:latin typeface="Calibri" pitchFamily="34" charset="0"/>
                <a:ea typeface="Calibri" pitchFamily="34" charset="-122"/>
                <a:cs typeface="Calibri" pitchFamily="34" charset="-120"/>
              </a:rPr>
              <a:t>• </a:t>
            </a:r>
            <a:r>
              <a:rPr lang="en-US" sz="1300">
                <a:solidFill>
                  <a:srgbClr val="1A1A2E"/>
                </a:solidFill>
                <a:latin typeface="Calibri" pitchFamily="34" charset="0"/>
                <a:ea typeface="Calibri" pitchFamily="34" charset="-122"/>
                <a:cs typeface="Calibri" pitchFamily="34" charset="-120"/>
              </a:rPr>
              <a:t>System Architecture</a:t>
            </a:r>
            <a:endParaRPr lang="en-US" sz="1300"/>
          </a:p>
        </p:txBody>
      </p:sp>
      <p:sp>
        <p:nvSpPr>
          <p:cNvPr id="10" name="Text 8"/>
          <p:cNvSpPr/>
          <p:nvPr/>
        </p:nvSpPr>
        <p:spPr>
          <a:xfrm>
            <a:off x="457200" y="2953512"/>
            <a:ext cx="4389120" cy="402336"/>
          </a:xfrm>
          <a:prstGeom prst="rect">
            <a:avLst/>
          </a:prstGeom>
          <a:noFill/>
          <a:ln/>
        </p:spPr>
        <p:txBody>
          <a:bodyPr wrap="square" rtlCol="0" anchor="ctr"/>
          <a:lstStyle/>
          <a:p>
            <a:pPr marL="0" indent="0">
              <a:buNone/>
            </a:pPr>
            <a:r>
              <a:rPr lang="en-US" sz="1300" b="1">
                <a:solidFill>
                  <a:srgbClr val="1565C0"/>
                </a:solidFill>
                <a:latin typeface="Calibri" pitchFamily="34" charset="0"/>
                <a:ea typeface="Calibri" pitchFamily="34" charset="-122"/>
                <a:cs typeface="Calibri" pitchFamily="34" charset="-120"/>
              </a:rPr>
              <a:t>• </a:t>
            </a:r>
            <a:r>
              <a:rPr lang="en-US" sz="1300">
                <a:solidFill>
                  <a:srgbClr val="1A1A2E"/>
                </a:solidFill>
                <a:latin typeface="Calibri" pitchFamily="34" charset="0"/>
                <a:ea typeface="Calibri" pitchFamily="34" charset="-122"/>
                <a:cs typeface="Calibri" pitchFamily="34" charset="-120"/>
              </a:rPr>
              <a:t>Live Demo of the Project</a:t>
            </a:r>
            <a:endParaRPr lang="en-US" sz="1300"/>
          </a:p>
        </p:txBody>
      </p:sp>
      <p:sp>
        <p:nvSpPr>
          <p:cNvPr id="11" name="Text 9"/>
          <p:cNvSpPr/>
          <p:nvPr/>
        </p:nvSpPr>
        <p:spPr>
          <a:xfrm>
            <a:off x="457200" y="3383280"/>
            <a:ext cx="4389120" cy="402336"/>
          </a:xfrm>
          <a:prstGeom prst="rect">
            <a:avLst/>
          </a:prstGeom>
          <a:noFill/>
          <a:ln/>
        </p:spPr>
        <p:txBody>
          <a:bodyPr wrap="square" rtlCol="0" anchor="ctr"/>
          <a:lstStyle/>
          <a:p>
            <a:pPr marL="0" indent="0">
              <a:buNone/>
            </a:pPr>
            <a:r>
              <a:rPr lang="en-US" sz="1300" b="1">
                <a:solidFill>
                  <a:srgbClr val="1565C0"/>
                </a:solidFill>
                <a:latin typeface="Calibri" pitchFamily="34" charset="0"/>
                <a:ea typeface="Calibri" pitchFamily="34" charset="-122"/>
                <a:cs typeface="Calibri" pitchFamily="34" charset="-120"/>
              </a:rPr>
              <a:t>• </a:t>
            </a:r>
            <a:r>
              <a:rPr lang="en-US" sz="1300">
                <a:solidFill>
                  <a:srgbClr val="1A1A2E"/>
                </a:solidFill>
                <a:latin typeface="Calibri" pitchFamily="34" charset="0"/>
                <a:ea typeface="Calibri" pitchFamily="34" charset="-122"/>
                <a:cs typeface="Calibri" pitchFamily="34" charset="-120"/>
              </a:rPr>
              <a:t>Embedded Video of Project</a:t>
            </a:r>
            <a:endParaRPr lang="en-US" sz="1300"/>
          </a:p>
        </p:txBody>
      </p:sp>
      <p:sp>
        <p:nvSpPr>
          <p:cNvPr id="12" name="Text 10"/>
          <p:cNvSpPr/>
          <p:nvPr/>
        </p:nvSpPr>
        <p:spPr>
          <a:xfrm>
            <a:off x="457200" y="3813048"/>
            <a:ext cx="4389120" cy="402336"/>
          </a:xfrm>
          <a:prstGeom prst="rect">
            <a:avLst/>
          </a:prstGeom>
          <a:noFill/>
          <a:ln/>
        </p:spPr>
        <p:txBody>
          <a:bodyPr wrap="square" rtlCol="0" anchor="ctr"/>
          <a:lstStyle/>
          <a:p>
            <a:pPr marL="0" indent="0">
              <a:buNone/>
            </a:pPr>
            <a:r>
              <a:rPr lang="en-US" sz="1300" b="1">
                <a:solidFill>
                  <a:srgbClr val="1565C0"/>
                </a:solidFill>
                <a:latin typeface="Calibri" pitchFamily="34" charset="0"/>
                <a:ea typeface="Calibri" pitchFamily="34" charset="-122"/>
                <a:cs typeface="Calibri" pitchFamily="34" charset="-120"/>
              </a:rPr>
              <a:t>• </a:t>
            </a:r>
            <a:r>
              <a:rPr lang="en-US" sz="1300">
                <a:solidFill>
                  <a:srgbClr val="1A1A2E"/>
                </a:solidFill>
                <a:latin typeface="Calibri" pitchFamily="34" charset="0"/>
                <a:ea typeface="Calibri" pitchFamily="34" charset="-122"/>
                <a:cs typeface="Calibri" pitchFamily="34" charset="-120"/>
              </a:rPr>
              <a:t>Conclusion</a:t>
            </a:r>
            <a:endParaRPr lang="en-US" sz="1300"/>
          </a:p>
        </p:txBody>
      </p:sp>
      <p:sp>
        <p:nvSpPr>
          <p:cNvPr id="13" name="Text 11"/>
          <p:cNvSpPr/>
          <p:nvPr/>
        </p:nvSpPr>
        <p:spPr>
          <a:xfrm>
            <a:off x="457200" y="4242816"/>
            <a:ext cx="4389120" cy="402336"/>
          </a:xfrm>
          <a:prstGeom prst="rect">
            <a:avLst/>
          </a:prstGeom>
          <a:noFill/>
          <a:ln/>
        </p:spPr>
        <p:txBody>
          <a:bodyPr wrap="square" rtlCol="0" anchor="ctr"/>
          <a:lstStyle/>
          <a:p>
            <a:pPr marL="0" indent="0">
              <a:buNone/>
            </a:pPr>
            <a:r>
              <a:rPr lang="en-US" sz="1300" b="1">
                <a:solidFill>
                  <a:srgbClr val="1565C0"/>
                </a:solidFill>
                <a:latin typeface="Calibri" pitchFamily="34" charset="0"/>
                <a:ea typeface="Calibri" pitchFamily="34" charset="-122"/>
                <a:cs typeface="Calibri" pitchFamily="34" charset="-120"/>
              </a:rPr>
              <a:t>• </a:t>
            </a:r>
            <a:r>
              <a:rPr lang="en-US" sz="1300">
                <a:solidFill>
                  <a:srgbClr val="1A1A2E"/>
                </a:solidFill>
                <a:latin typeface="Calibri" pitchFamily="34" charset="0"/>
                <a:ea typeface="Calibri" pitchFamily="34" charset="-122"/>
                <a:cs typeface="Calibri" pitchFamily="34" charset="-120"/>
              </a:rPr>
              <a:t>Future Scope</a:t>
            </a:r>
            <a:endParaRPr lang="en-US" sz="13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a:ln/>
        </p:spPr>
      </p:sp>
      <p:sp>
        <p:nvSpPr>
          <p:cNvPr id="3" name="Text 1"/>
          <p:cNvSpPr/>
          <p:nvPr/>
        </p:nvSpPr>
        <p:spPr>
          <a:xfrm>
            <a:off x="7772400" y="45720"/>
            <a:ext cx="1280160" cy="411480"/>
          </a:xfrm>
          <a:prstGeom prst="rect">
            <a:avLst/>
          </a:prstGeom>
          <a:noFill/>
          <a:ln/>
        </p:spPr>
        <p:txBody>
          <a:bodyPr wrap="square" rtlCol="0" anchor="ctr"/>
          <a:lstStyle/>
          <a:p>
            <a:pPr marL="0" indent="0" algn="r">
              <a:buNone/>
            </a:pPr>
            <a:r>
              <a:rPr lang="en-US" sz="800" b="1">
                <a:solidFill>
                  <a:srgbClr val="4FC3F7"/>
                </a:solidFill>
                <a:latin typeface="Calibri" pitchFamily="34" charset="0"/>
                <a:ea typeface="Calibri" pitchFamily="34" charset="-122"/>
                <a:cs typeface="Calibri" pitchFamily="34" charset="-120"/>
              </a:rPr>
              <a:t>edunet</a:t>
            </a:r>
            <a:endParaRPr lang="en-US" sz="800"/>
          </a:p>
          <a:p>
            <a:pPr marL="0" indent="0" algn="r">
              <a:buNone/>
            </a:pPr>
            <a:r>
              <a:rPr lang="en-US" sz="800" b="1">
                <a:solidFill>
                  <a:srgbClr val="4FC3F7"/>
                </a:solidFill>
                <a:latin typeface="Calibri" pitchFamily="34" charset="0"/>
                <a:ea typeface="Calibri" pitchFamily="34" charset="-122"/>
                <a:cs typeface="Calibri" pitchFamily="34" charset="-120"/>
              </a:rPr>
              <a:t>foundation</a:t>
            </a:r>
            <a:endParaRPr lang="en-US" sz="800"/>
          </a:p>
        </p:txBody>
      </p:sp>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a:solidFill>
                  <a:srgbClr val="1B3A8A"/>
                </a:solidFill>
                <a:latin typeface="Calibri" pitchFamily="34" charset="0"/>
                <a:ea typeface="Calibri" pitchFamily="34" charset="-122"/>
                <a:cs typeface="Calibri" pitchFamily="34" charset="-120"/>
              </a:rPr>
              <a:t>Abstract</a:t>
            </a:r>
            <a:endParaRPr lang="en-US" sz="2200"/>
          </a:p>
        </p:txBody>
      </p:sp>
      <p:sp>
        <p:nvSpPr>
          <p:cNvPr id="5" name="Shape 3"/>
          <p:cNvSpPr/>
          <p:nvPr/>
        </p:nvSpPr>
        <p:spPr>
          <a:xfrm>
            <a:off x="0" y="4983480"/>
            <a:ext cx="9144000" cy="160020"/>
          </a:xfrm>
          <a:prstGeom prst="rect">
            <a:avLst/>
          </a:prstGeom>
          <a:solidFill>
            <a:srgbClr val="1B3A8A"/>
          </a:solidFill>
          <a:ln/>
        </p:spPr>
      </p:sp>
      <p:sp>
        <p:nvSpPr>
          <p:cNvPr id="19" name="Text 12">
            <a:extLst>
              <a:ext uri="{FF2B5EF4-FFF2-40B4-BE49-F238E27FC236}">
                <a16:creationId xmlns:a16="http://schemas.microsoft.com/office/drawing/2014/main" id="{7BA53C9D-AAA2-05C7-14B1-F7DA481CA53F}"/>
              </a:ext>
            </a:extLst>
          </p:cNvPr>
          <p:cNvSpPr/>
          <p:nvPr/>
        </p:nvSpPr>
        <p:spPr>
          <a:xfrm>
            <a:off x="457200" y="1284468"/>
            <a:ext cx="4114800" cy="302281"/>
          </a:xfrm>
          <a:prstGeom prst="rect">
            <a:avLst/>
          </a:prstGeom>
          <a:noFill/>
          <a:ln/>
        </p:spPr>
        <p:txBody>
          <a:bodyPr wrap="square" rtlCol="0" anchor="ctr"/>
          <a:lstStyle/>
          <a:p>
            <a:pPr marL="0" indent="0">
              <a:buNone/>
            </a:pPr>
            <a:r>
              <a:rPr lang="en-US" sz="1300" b="1">
                <a:solidFill>
                  <a:srgbClr val="1565C0"/>
                </a:solidFill>
                <a:latin typeface="Calibri" pitchFamily="34" charset="0"/>
                <a:ea typeface="Calibri" pitchFamily="34" charset="-122"/>
                <a:cs typeface="Calibri" pitchFamily="34" charset="-120"/>
              </a:rPr>
              <a:t>• </a:t>
            </a:r>
            <a:r>
              <a:rPr lang="en-US" sz="1300">
                <a:solidFill>
                  <a:srgbClr val="1A1A2E"/>
                </a:solidFill>
                <a:latin typeface="Calibri" pitchFamily="34" charset="0"/>
                <a:ea typeface="Calibri" pitchFamily="34" charset="-122"/>
                <a:cs typeface="Calibri" pitchFamily="34" charset="-120"/>
              </a:rPr>
              <a:t>Write a brief overview of your project here.</a:t>
            </a:r>
            <a:endParaRPr lang="en-US" sz="1300"/>
          </a:p>
        </p:txBody>
      </p:sp>
      <p:sp>
        <p:nvSpPr>
          <p:cNvPr id="20" name="Text 13">
            <a:extLst>
              <a:ext uri="{FF2B5EF4-FFF2-40B4-BE49-F238E27FC236}">
                <a16:creationId xmlns:a16="http://schemas.microsoft.com/office/drawing/2014/main" id="{FBB90A13-7196-D2E6-20B4-845F03152899}"/>
              </a:ext>
            </a:extLst>
          </p:cNvPr>
          <p:cNvSpPr/>
          <p:nvPr/>
        </p:nvSpPr>
        <p:spPr>
          <a:xfrm>
            <a:off x="457200" y="1664208"/>
            <a:ext cx="4114800" cy="402336"/>
          </a:xfrm>
          <a:prstGeom prst="rect">
            <a:avLst/>
          </a:prstGeom>
          <a:noFill/>
          <a:ln/>
        </p:spPr>
        <p:txBody>
          <a:bodyPr wrap="square" rtlCol="0" anchor="ctr"/>
          <a:lstStyle/>
          <a:p>
            <a:pPr marL="0" indent="0">
              <a:buNone/>
            </a:pPr>
            <a:r>
              <a:rPr lang="en-US" sz="1300" b="1">
                <a:solidFill>
                  <a:srgbClr val="1565C0"/>
                </a:solidFill>
                <a:latin typeface="Calibri" pitchFamily="34" charset="0"/>
                <a:ea typeface="Calibri" pitchFamily="34" charset="-122"/>
                <a:cs typeface="Calibri" pitchFamily="34" charset="-120"/>
              </a:rPr>
              <a:t>• </a:t>
            </a:r>
            <a:r>
              <a:rPr lang="en-US" sz="1300">
                <a:solidFill>
                  <a:srgbClr val="1A1A2E"/>
                </a:solidFill>
                <a:latin typeface="Calibri" pitchFamily="34" charset="0"/>
                <a:ea typeface="Calibri" pitchFamily="34" charset="-122"/>
                <a:cs typeface="Calibri" pitchFamily="34" charset="-120"/>
              </a:rPr>
              <a:t>Describe the objective and purpose of the project.</a:t>
            </a:r>
            <a:endParaRPr lang="en-US" sz="1300"/>
          </a:p>
        </p:txBody>
      </p:sp>
      <p:sp>
        <p:nvSpPr>
          <p:cNvPr id="21" name="Text 14">
            <a:extLst>
              <a:ext uri="{FF2B5EF4-FFF2-40B4-BE49-F238E27FC236}">
                <a16:creationId xmlns:a16="http://schemas.microsoft.com/office/drawing/2014/main" id="{4BCD0967-8763-EBD0-918B-8930803EE40C}"/>
              </a:ext>
            </a:extLst>
          </p:cNvPr>
          <p:cNvSpPr/>
          <p:nvPr/>
        </p:nvSpPr>
        <p:spPr>
          <a:xfrm>
            <a:off x="457200" y="2093976"/>
            <a:ext cx="4114800" cy="402336"/>
          </a:xfrm>
          <a:prstGeom prst="rect">
            <a:avLst/>
          </a:prstGeom>
          <a:noFill/>
          <a:ln/>
        </p:spPr>
        <p:txBody>
          <a:bodyPr wrap="square" rtlCol="0" anchor="ctr"/>
          <a:lstStyle/>
          <a:p>
            <a:pPr marL="0" indent="0">
              <a:buNone/>
            </a:pPr>
            <a:r>
              <a:rPr lang="en-US" sz="1300" b="1">
                <a:solidFill>
                  <a:srgbClr val="1565C0"/>
                </a:solidFill>
                <a:latin typeface="Calibri" pitchFamily="34" charset="0"/>
                <a:ea typeface="Calibri" pitchFamily="34" charset="-122"/>
                <a:cs typeface="Calibri" pitchFamily="34" charset="-120"/>
              </a:rPr>
              <a:t>• </a:t>
            </a:r>
            <a:r>
              <a:rPr lang="en-US" sz="1300">
                <a:solidFill>
                  <a:srgbClr val="1A1A2E"/>
                </a:solidFill>
                <a:latin typeface="Calibri" pitchFamily="34" charset="0"/>
                <a:ea typeface="Calibri" pitchFamily="34" charset="-122"/>
                <a:cs typeface="Calibri" pitchFamily="34" charset="-120"/>
              </a:rPr>
              <a:t>Mention the tools and technologies used.</a:t>
            </a:r>
            <a:endParaRPr lang="en-US" sz="1300"/>
          </a:p>
        </p:txBody>
      </p:sp>
      <p:sp>
        <p:nvSpPr>
          <p:cNvPr id="22" name="Text 15">
            <a:extLst>
              <a:ext uri="{FF2B5EF4-FFF2-40B4-BE49-F238E27FC236}">
                <a16:creationId xmlns:a16="http://schemas.microsoft.com/office/drawing/2014/main" id="{A079AF38-4D82-61EA-A6DE-714C1225E65B}"/>
              </a:ext>
            </a:extLst>
          </p:cNvPr>
          <p:cNvSpPr/>
          <p:nvPr/>
        </p:nvSpPr>
        <p:spPr>
          <a:xfrm>
            <a:off x="457200" y="2523744"/>
            <a:ext cx="4114800" cy="402336"/>
          </a:xfrm>
          <a:prstGeom prst="rect">
            <a:avLst/>
          </a:prstGeom>
          <a:noFill/>
          <a:ln/>
        </p:spPr>
        <p:txBody>
          <a:bodyPr wrap="square" rtlCol="0" anchor="ctr"/>
          <a:lstStyle/>
          <a:p>
            <a:pPr marL="0" indent="0">
              <a:buNone/>
            </a:pPr>
            <a:r>
              <a:rPr lang="en-US" sz="1300" b="1">
                <a:solidFill>
                  <a:srgbClr val="1565C0"/>
                </a:solidFill>
                <a:latin typeface="Calibri" pitchFamily="34" charset="0"/>
                <a:ea typeface="Calibri" pitchFamily="34" charset="-122"/>
                <a:cs typeface="Calibri" pitchFamily="34" charset="-120"/>
              </a:rPr>
              <a:t>• </a:t>
            </a:r>
            <a:r>
              <a:rPr lang="en-US" sz="1300">
                <a:solidFill>
                  <a:srgbClr val="1A1A2E"/>
                </a:solidFill>
                <a:latin typeface="Calibri" pitchFamily="34" charset="0"/>
                <a:ea typeface="Calibri" pitchFamily="34" charset="-122"/>
                <a:cs typeface="Calibri" pitchFamily="34" charset="-120"/>
              </a:rPr>
              <a:t>Summarize the expected outcomes briefly.</a:t>
            </a:r>
            <a:endParaRPr lang="en-US" sz="1300"/>
          </a:p>
        </p:txBody>
      </p:sp>
      <p:sp>
        <p:nvSpPr>
          <p:cNvPr id="23" name="Text 16">
            <a:extLst>
              <a:ext uri="{FF2B5EF4-FFF2-40B4-BE49-F238E27FC236}">
                <a16:creationId xmlns:a16="http://schemas.microsoft.com/office/drawing/2014/main" id="{E42052B7-1005-7C95-89EC-CBD8D61EEAEE}"/>
              </a:ext>
            </a:extLst>
          </p:cNvPr>
          <p:cNvSpPr/>
          <p:nvPr/>
        </p:nvSpPr>
        <p:spPr>
          <a:xfrm>
            <a:off x="457200" y="2953512"/>
            <a:ext cx="4114800" cy="402336"/>
          </a:xfrm>
          <a:prstGeom prst="rect">
            <a:avLst/>
          </a:prstGeom>
          <a:noFill/>
          <a:ln/>
        </p:spPr>
        <p:txBody>
          <a:bodyPr wrap="square" rtlCol="0" anchor="ctr"/>
          <a:lstStyle/>
          <a:p>
            <a:pPr marL="0" indent="0">
              <a:buNone/>
            </a:pPr>
            <a:r>
              <a:rPr lang="en-US" sz="1300" b="1">
                <a:solidFill>
                  <a:srgbClr val="1565C0"/>
                </a:solidFill>
                <a:latin typeface="Calibri" pitchFamily="34" charset="0"/>
                <a:ea typeface="Calibri" pitchFamily="34" charset="-122"/>
                <a:cs typeface="Calibri" pitchFamily="34" charset="-120"/>
              </a:rPr>
              <a:t>• </a:t>
            </a:r>
            <a:r>
              <a:rPr lang="en-US" sz="1300">
                <a:solidFill>
                  <a:srgbClr val="1A1A2E"/>
                </a:solidFill>
                <a:latin typeface="Calibri" pitchFamily="34" charset="0"/>
                <a:ea typeface="Calibri" pitchFamily="34" charset="-122"/>
                <a:cs typeface="Calibri" pitchFamily="34" charset="-120"/>
              </a:rPr>
              <a:t>Add any key highlights or unique aspects of your work.</a:t>
            </a:r>
            <a:endParaRPr lang="en-US" sz="13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a:ln/>
        </p:spPr>
      </p:sp>
      <p:sp>
        <p:nvSpPr>
          <p:cNvPr id="3" name="Text 1"/>
          <p:cNvSpPr/>
          <p:nvPr/>
        </p:nvSpPr>
        <p:spPr>
          <a:xfrm>
            <a:off x="7772400" y="45720"/>
            <a:ext cx="1280160" cy="411480"/>
          </a:xfrm>
          <a:prstGeom prst="rect">
            <a:avLst/>
          </a:prstGeom>
          <a:noFill/>
          <a:ln/>
        </p:spPr>
        <p:txBody>
          <a:bodyPr wrap="square" rtlCol="0" anchor="ctr"/>
          <a:lstStyle/>
          <a:p>
            <a:pPr marL="0" indent="0" algn="r">
              <a:buNone/>
            </a:pPr>
            <a:r>
              <a:rPr lang="en-US" sz="800" b="1">
                <a:solidFill>
                  <a:srgbClr val="4FC3F7"/>
                </a:solidFill>
                <a:latin typeface="Calibri" pitchFamily="34" charset="0"/>
                <a:ea typeface="Calibri" pitchFamily="34" charset="-122"/>
                <a:cs typeface="Calibri" pitchFamily="34" charset="-120"/>
              </a:rPr>
              <a:t>edunet</a:t>
            </a:r>
            <a:endParaRPr lang="en-US" sz="800"/>
          </a:p>
          <a:p>
            <a:pPr marL="0" indent="0" algn="r">
              <a:buNone/>
            </a:pPr>
            <a:r>
              <a:rPr lang="en-US" sz="800" b="1">
                <a:solidFill>
                  <a:srgbClr val="4FC3F7"/>
                </a:solidFill>
                <a:latin typeface="Calibri" pitchFamily="34" charset="0"/>
                <a:ea typeface="Calibri" pitchFamily="34" charset="-122"/>
                <a:cs typeface="Calibri" pitchFamily="34" charset="-120"/>
              </a:rPr>
              <a:t>foundation</a:t>
            </a:r>
            <a:endParaRPr lang="en-US" sz="800"/>
          </a:p>
        </p:txBody>
      </p:sp>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a:solidFill>
                  <a:srgbClr val="1B3A8A"/>
                </a:solidFill>
                <a:latin typeface="Calibri" pitchFamily="34" charset="0"/>
                <a:ea typeface="Calibri" pitchFamily="34" charset="-122"/>
                <a:cs typeface="Calibri" pitchFamily="34" charset="-120"/>
              </a:rPr>
              <a:t>Problem Statement</a:t>
            </a:r>
            <a:endParaRPr lang="en-US" sz="2200"/>
          </a:p>
        </p:txBody>
      </p:sp>
      <p:sp>
        <p:nvSpPr>
          <p:cNvPr id="5" name="Shape 3"/>
          <p:cNvSpPr/>
          <p:nvPr/>
        </p:nvSpPr>
        <p:spPr>
          <a:xfrm>
            <a:off x="0" y="4983480"/>
            <a:ext cx="9144000" cy="160020"/>
          </a:xfrm>
          <a:prstGeom prst="rect">
            <a:avLst/>
          </a:prstGeom>
          <a:solidFill>
            <a:srgbClr val="1B3A8A"/>
          </a:solidFill>
          <a:ln/>
        </p:spPr>
      </p:sp>
      <p:sp>
        <p:nvSpPr>
          <p:cNvPr id="14" name="Text 12"/>
          <p:cNvSpPr/>
          <p:nvPr/>
        </p:nvSpPr>
        <p:spPr>
          <a:xfrm>
            <a:off x="457200" y="1234440"/>
            <a:ext cx="4114800" cy="402336"/>
          </a:xfrm>
          <a:prstGeom prst="rect">
            <a:avLst/>
          </a:prstGeom>
          <a:noFill/>
          <a:ln/>
        </p:spPr>
        <p:txBody>
          <a:bodyPr wrap="square" rtlCol="0" anchor="ctr"/>
          <a:lstStyle/>
          <a:p>
            <a:pPr marL="0" indent="0">
              <a:buNone/>
            </a:pPr>
            <a:r>
              <a:rPr lang="en-US" sz="1300" b="1">
                <a:solidFill>
                  <a:srgbClr val="1565C0"/>
                </a:solidFill>
                <a:latin typeface="Calibri" pitchFamily="34" charset="0"/>
                <a:ea typeface="Calibri" pitchFamily="34" charset="-122"/>
                <a:cs typeface="Calibri" pitchFamily="34" charset="-120"/>
              </a:rPr>
              <a:t>• </a:t>
            </a:r>
            <a:r>
              <a:rPr lang="en-US" sz="1300">
                <a:solidFill>
                  <a:srgbClr val="1A1A2E"/>
                </a:solidFill>
                <a:latin typeface="Calibri" pitchFamily="34" charset="0"/>
                <a:ea typeface="Calibri" pitchFamily="34" charset="-122"/>
                <a:cs typeface="Calibri" pitchFamily="34" charset="-120"/>
              </a:rPr>
              <a:t>Describe the core problem your project addresses.</a:t>
            </a:r>
            <a:endParaRPr lang="en-US" sz="1300"/>
          </a:p>
        </p:txBody>
      </p:sp>
      <p:sp>
        <p:nvSpPr>
          <p:cNvPr id="15" name="Text 13"/>
          <p:cNvSpPr/>
          <p:nvPr/>
        </p:nvSpPr>
        <p:spPr>
          <a:xfrm>
            <a:off x="457200" y="1664208"/>
            <a:ext cx="4114800" cy="402336"/>
          </a:xfrm>
          <a:prstGeom prst="rect">
            <a:avLst/>
          </a:prstGeom>
          <a:noFill/>
          <a:ln/>
        </p:spPr>
        <p:txBody>
          <a:bodyPr wrap="square" rtlCol="0" anchor="ctr"/>
          <a:lstStyle/>
          <a:p>
            <a:pPr marL="0" indent="0">
              <a:buNone/>
            </a:pPr>
            <a:r>
              <a:rPr lang="en-US" sz="1300" b="1">
                <a:solidFill>
                  <a:srgbClr val="1565C0"/>
                </a:solidFill>
                <a:latin typeface="Calibri" pitchFamily="34" charset="0"/>
                <a:ea typeface="Calibri" pitchFamily="34" charset="-122"/>
                <a:cs typeface="Calibri" pitchFamily="34" charset="-120"/>
              </a:rPr>
              <a:t>• </a:t>
            </a:r>
            <a:r>
              <a:rPr lang="en-US" sz="1300">
                <a:solidFill>
                  <a:srgbClr val="1A1A2E"/>
                </a:solidFill>
                <a:latin typeface="Calibri" pitchFamily="34" charset="0"/>
                <a:ea typeface="Calibri" pitchFamily="34" charset="-122"/>
                <a:cs typeface="Calibri" pitchFamily="34" charset="-120"/>
              </a:rPr>
              <a:t>Explain why this problem is significant or challenging.</a:t>
            </a:r>
            <a:endParaRPr lang="en-US" sz="1300"/>
          </a:p>
        </p:txBody>
      </p:sp>
      <p:sp>
        <p:nvSpPr>
          <p:cNvPr id="16" name="Text 14"/>
          <p:cNvSpPr/>
          <p:nvPr/>
        </p:nvSpPr>
        <p:spPr>
          <a:xfrm>
            <a:off x="457200" y="2093976"/>
            <a:ext cx="4114800" cy="402336"/>
          </a:xfrm>
          <a:prstGeom prst="rect">
            <a:avLst/>
          </a:prstGeom>
          <a:noFill/>
          <a:ln/>
        </p:spPr>
        <p:txBody>
          <a:bodyPr wrap="square" rtlCol="0" anchor="ctr"/>
          <a:lstStyle/>
          <a:p>
            <a:pPr marL="0" indent="0">
              <a:buNone/>
            </a:pPr>
            <a:r>
              <a:rPr lang="en-US" sz="1300" b="1">
                <a:solidFill>
                  <a:srgbClr val="1565C0"/>
                </a:solidFill>
                <a:latin typeface="Calibri" pitchFamily="34" charset="0"/>
                <a:ea typeface="Calibri" pitchFamily="34" charset="-122"/>
                <a:cs typeface="Calibri" pitchFamily="34" charset="-120"/>
              </a:rPr>
              <a:t>• </a:t>
            </a:r>
            <a:r>
              <a:rPr lang="en-US" sz="1300">
                <a:solidFill>
                  <a:srgbClr val="1A1A2E"/>
                </a:solidFill>
                <a:latin typeface="Calibri" pitchFamily="34" charset="0"/>
                <a:ea typeface="Calibri" pitchFamily="34" charset="-122"/>
                <a:cs typeface="Calibri" pitchFamily="34" charset="-120"/>
              </a:rPr>
              <a:t>Mention who is affected by this problem (target users or domain).</a:t>
            </a:r>
            <a:endParaRPr lang="en-US" sz="1300"/>
          </a:p>
        </p:txBody>
      </p:sp>
      <p:sp>
        <p:nvSpPr>
          <p:cNvPr id="17" name="Text 15"/>
          <p:cNvSpPr/>
          <p:nvPr/>
        </p:nvSpPr>
        <p:spPr>
          <a:xfrm>
            <a:off x="457200" y="2523744"/>
            <a:ext cx="4114800" cy="402336"/>
          </a:xfrm>
          <a:prstGeom prst="rect">
            <a:avLst/>
          </a:prstGeom>
          <a:noFill/>
          <a:ln/>
        </p:spPr>
        <p:txBody>
          <a:bodyPr wrap="square" rtlCol="0" anchor="ctr"/>
          <a:lstStyle/>
          <a:p>
            <a:pPr marL="0" indent="0">
              <a:buNone/>
            </a:pPr>
            <a:r>
              <a:rPr lang="en-US" sz="1300" b="1">
                <a:solidFill>
                  <a:srgbClr val="1565C0"/>
                </a:solidFill>
                <a:latin typeface="Calibri" pitchFamily="34" charset="0"/>
                <a:ea typeface="Calibri" pitchFamily="34" charset="-122"/>
                <a:cs typeface="Calibri" pitchFamily="34" charset="-120"/>
              </a:rPr>
              <a:t>• </a:t>
            </a:r>
            <a:r>
              <a:rPr lang="en-US" sz="1300">
                <a:solidFill>
                  <a:srgbClr val="1A1A2E"/>
                </a:solidFill>
                <a:latin typeface="Calibri" pitchFamily="34" charset="0"/>
                <a:ea typeface="Calibri" pitchFamily="34" charset="-122"/>
                <a:cs typeface="Calibri" pitchFamily="34" charset="-120"/>
              </a:rPr>
              <a:t>State limitations of existing approaches or tools.</a:t>
            </a:r>
            <a:endParaRPr lang="en-US" sz="1300"/>
          </a:p>
        </p:txBody>
      </p:sp>
      <p:sp>
        <p:nvSpPr>
          <p:cNvPr id="18" name="Text 16"/>
          <p:cNvSpPr/>
          <p:nvPr/>
        </p:nvSpPr>
        <p:spPr>
          <a:xfrm>
            <a:off x="457200" y="2953512"/>
            <a:ext cx="4114800" cy="402336"/>
          </a:xfrm>
          <a:prstGeom prst="rect">
            <a:avLst/>
          </a:prstGeom>
          <a:noFill/>
          <a:ln/>
        </p:spPr>
        <p:txBody>
          <a:bodyPr wrap="square" rtlCol="0" anchor="ctr"/>
          <a:lstStyle/>
          <a:p>
            <a:pPr marL="0" indent="0">
              <a:buNone/>
            </a:pPr>
            <a:r>
              <a:rPr lang="en-US" sz="1300" b="1">
                <a:solidFill>
                  <a:srgbClr val="1565C0"/>
                </a:solidFill>
                <a:latin typeface="Calibri" pitchFamily="34" charset="0"/>
                <a:ea typeface="Calibri" pitchFamily="34" charset="-122"/>
                <a:cs typeface="Calibri" pitchFamily="34" charset="-120"/>
              </a:rPr>
              <a:t>• </a:t>
            </a:r>
            <a:r>
              <a:rPr lang="en-US" sz="1300">
                <a:solidFill>
                  <a:srgbClr val="1A1A2E"/>
                </a:solidFill>
                <a:latin typeface="Calibri" pitchFamily="34" charset="0"/>
                <a:ea typeface="Calibri" pitchFamily="34" charset="-122"/>
                <a:cs typeface="Calibri" pitchFamily="34" charset="-120"/>
              </a:rPr>
              <a:t>Define the scope and boundaries of the problem clearly.</a:t>
            </a:r>
            <a:endParaRPr lang="en-US" sz="13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a:ln/>
        </p:spPr>
      </p:sp>
      <p:sp>
        <p:nvSpPr>
          <p:cNvPr id="3" name="Text 1"/>
          <p:cNvSpPr/>
          <p:nvPr/>
        </p:nvSpPr>
        <p:spPr>
          <a:xfrm>
            <a:off x="7772400" y="45720"/>
            <a:ext cx="1280160" cy="411480"/>
          </a:xfrm>
          <a:prstGeom prst="rect">
            <a:avLst/>
          </a:prstGeom>
          <a:noFill/>
          <a:ln/>
        </p:spPr>
        <p:txBody>
          <a:bodyPr wrap="square" rtlCol="0" anchor="ctr"/>
          <a:lstStyle/>
          <a:p>
            <a:pPr marL="0" indent="0" algn="r">
              <a:buNone/>
            </a:pPr>
            <a:r>
              <a:rPr lang="en-US" sz="800" b="1">
                <a:solidFill>
                  <a:srgbClr val="4FC3F7"/>
                </a:solidFill>
                <a:latin typeface="Calibri" pitchFamily="34" charset="0"/>
                <a:ea typeface="Calibri" pitchFamily="34" charset="-122"/>
                <a:cs typeface="Calibri" pitchFamily="34" charset="-120"/>
              </a:rPr>
              <a:t>edunet</a:t>
            </a:r>
            <a:endParaRPr lang="en-US" sz="800"/>
          </a:p>
          <a:p>
            <a:pPr marL="0" indent="0" algn="r">
              <a:buNone/>
            </a:pPr>
            <a:r>
              <a:rPr lang="en-US" sz="800" b="1">
                <a:solidFill>
                  <a:srgbClr val="4FC3F7"/>
                </a:solidFill>
                <a:latin typeface="Calibri" pitchFamily="34" charset="0"/>
                <a:ea typeface="Calibri" pitchFamily="34" charset="-122"/>
                <a:cs typeface="Calibri" pitchFamily="34" charset="-120"/>
              </a:rPr>
              <a:t>foundation</a:t>
            </a:r>
            <a:endParaRPr lang="en-US" sz="800"/>
          </a:p>
        </p:txBody>
      </p:sp>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a:solidFill>
                  <a:srgbClr val="1B3A8A"/>
                </a:solidFill>
                <a:latin typeface="Calibri" pitchFamily="34" charset="0"/>
                <a:ea typeface="Calibri" pitchFamily="34" charset="-122"/>
                <a:cs typeface="Calibri" pitchFamily="34" charset="-120"/>
              </a:rPr>
              <a:t>Proposed Solution</a:t>
            </a:r>
            <a:endParaRPr lang="en-US" sz="2200"/>
          </a:p>
        </p:txBody>
      </p:sp>
      <p:sp>
        <p:nvSpPr>
          <p:cNvPr id="5" name="Shape 3"/>
          <p:cNvSpPr/>
          <p:nvPr/>
        </p:nvSpPr>
        <p:spPr>
          <a:xfrm>
            <a:off x="0" y="4983480"/>
            <a:ext cx="9144000" cy="160020"/>
          </a:xfrm>
          <a:prstGeom prst="rect">
            <a:avLst/>
          </a:prstGeom>
          <a:solidFill>
            <a:srgbClr val="1B3A8A"/>
          </a:solidFill>
          <a:ln/>
        </p:spPr>
      </p:sp>
      <p:sp>
        <p:nvSpPr>
          <p:cNvPr id="14" name="Text 12"/>
          <p:cNvSpPr/>
          <p:nvPr/>
        </p:nvSpPr>
        <p:spPr>
          <a:xfrm>
            <a:off x="457200" y="1234440"/>
            <a:ext cx="4114800" cy="3474720"/>
          </a:xfrm>
          <a:prstGeom prst="rect">
            <a:avLst/>
          </a:prstGeom>
          <a:noFill/>
          <a:ln/>
        </p:spPr>
        <p:txBody>
          <a:bodyPr wrap="square" rtlCol="0" anchor="t"/>
          <a:lstStyle/>
          <a:p>
            <a:pPr marL="0" indent="0">
              <a:buNone/>
            </a:pPr>
            <a:r>
              <a:rPr lang="en-US" sz="1300">
                <a:solidFill>
                  <a:srgbClr val="1A1A2E"/>
                </a:solidFill>
                <a:latin typeface="Calibri" pitchFamily="34" charset="0"/>
                <a:ea typeface="Calibri" pitchFamily="34" charset="-122"/>
                <a:cs typeface="Calibri" pitchFamily="34" charset="-120"/>
              </a:rPr>
              <a:t>[Describe your proposed solution here. Explain how your approach solves the identified problem. Mention the methodology, tools, and steps you followed. Highlight the key benefits and innovations of your solution compared to existing methods.]</a:t>
            </a:r>
            <a:endParaRPr lang="en-US" sz="1300"/>
          </a:p>
        </p:txBody>
      </p:sp>
      <p:sp>
        <p:nvSpPr>
          <p:cNvPr id="16" name="Text 14"/>
          <p:cNvSpPr/>
          <p:nvPr/>
        </p:nvSpPr>
        <p:spPr>
          <a:xfrm>
            <a:off x="4846320" y="1280160"/>
            <a:ext cx="3931920" cy="1828800"/>
          </a:xfrm>
          <a:prstGeom prst="rect">
            <a:avLst/>
          </a:prstGeom>
          <a:noFill/>
          <a:ln/>
        </p:spPr>
        <p:txBody>
          <a:bodyPr wrap="square" rtlCol="0" anchor="ctr"/>
          <a:lstStyle/>
          <a:p>
            <a:pPr marL="0" indent="0" algn="ctr">
              <a:buNone/>
            </a:pPr>
            <a:endParaRPr lang="en-US" sz="8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a:ln/>
        </p:spPr>
      </p:sp>
      <p:sp>
        <p:nvSpPr>
          <p:cNvPr id="3" name="Text 1"/>
          <p:cNvSpPr/>
          <p:nvPr/>
        </p:nvSpPr>
        <p:spPr>
          <a:xfrm>
            <a:off x="7772400" y="45720"/>
            <a:ext cx="1280160" cy="411480"/>
          </a:xfrm>
          <a:prstGeom prst="rect">
            <a:avLst/>
          </a:prstGeom>
          <a:noFill/>
          <a:ln/>
        </p:spPr>
        <p:txBody>
          <a:bodyPr wrap="square" rtlCol="0" anchor="ctr"/>
          <a:lstStyle/>
          <a:p>
            <a:pPr marL="0" indent="0" algn="r">
              <a:buNone/>
            </a:pPr>
            <a:r>
              <a:rPr lang="en-US" sz="800" b="1">
                <a:solidFill>
                  <a:srgbClr val="4FC3F7"/>
                </a:solidFill>
                <a:latin typeface="Calibri" pitchFamily="34" charset="0"/>
                <a:ea typeface="Calibri" pitchFamily="34" charset="-122"/>
                <a:cs typeface="Calibri" pitchFamily="34" charset="-120"/>
              </a:rPr>
              <a:t>edunet</a:t>
            </a:r>
            <a:endParaRPr lang="en-US" sz="800"/>
          </a:p>
          <a:p>
            <a:pPr marL="0" indent="0" algn="r">
              <a:buNone/>
            </a:pPr>
            <a:r>
              <a:rPr lang="en-US" sz="800" b="1">
                <a:solidFill>
                  <a:srgbClr val="4FC3F7"/>
                </a:solidFill>
                <a:latin typeface="Calibri" pitchFamily="34" charset="0"/>
                <a:ea typeface="Calibri" pitchFamily="34" charset="-122"/>
                <a:cs typeface="Calibri" pitchFamily="34" charset="-120"/>
              </a:rPr>
              <a:t>foundation</a:t>
            </a:r>
            <a:endParaRPr lang="en-US" sz="800"/>
          </a:p>
        </p:txBody>
      </p:sp>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a:solidFill>
                  <a:srgbClr val="1B3A8A"/>
                </a:solidFill>
                <a:latin typeface="Calibri" pitchFamily="34" charset="0"/>
                <a:ea typeface="Calibri" pitchFamily="34" charset="-122"/>
                <a:cs typeface="Calibri" pitchFamily="34" charset="-120"/>
              </a:rPr>
              <a:t>System Architecture</a:t>
            </a:r>
            <a:endParaRPr lang="en-US" sz="2200"/>
          </a:p>
        </p:txBody>
      </p:sp>
      <p:sp>
        <p:nvSpPr>
          <p:cNvPr id="5" name="Shape 3"/>
          <p:cNvSpPr/>
          <p:nvPr/>
        </p:nvSpPr>
        <p:spPr>
          <a:xfrm>
            <a:off x="0" y="4983480"/>
            <a:ext cx="9144000" cy="160020"/>
          </a:xfrm>
          <a:prstGeom prst="rect">
            <a:avLst/>
          </a:prstGeom>
          <a:solidFill>
            <a:srgbClr val="1B3A8A"/>
          </a:solidFill>
          <a:ln/>
        </p:spPr>
      </p:sp>
      <p:sp>
        <p:nvSpPr>
          <p:cNvPr id="6" name="Shape 4"/>
          <p:cNvSpPr/>
          <p:nvPr/>
        </p:nvSpPr>
        <p:spPr>
          <a:xfrm>
            <a:off x="274320" y="1097280"/>
            <a:ext cx="4114800" cy="384048"/>
          </a:xfrm>
          <a:prstGeom prst="rect">
            <a:avLst/>
          </a:prstGeom>
          <a:solidFill>
            <a:srgbClr val="1565C0"/>
          </a:solidFill>
          <a:ln/>
        </p:spPr>
      </p:sp>
      <p:sp>
        <p:nvSpPr>
          <p:cNvPr id="7" name="Shape 5"/>
          <p:cNvSpPr/>
          <p:nvPr/>
        </p:nvSpPr>
        <p:spPr>
          <a:xfrm>
            <a:off x="4206240" y="1097280"/>
            <a:ext cx="320040" cy="384048"/>
          </a:xfrm>
          <a:prstGeom prst="rect">
            <a:avLst/>
          </a:prstGeom>
          <a:solidFill>
            <a:srgbClr val="1B3A8A"/>
          </a:solidFill>
          <a:ln/>
        </p:spPr>
      </p:sp>
      <p:sp>
        <p:nvSpPr>
          <p:cNvPr id="8" name="Text 6"/>
          <p:cNvSpPr/>
          <p:nvPr/>
        </p:nvSpPr>
        <p:spPr>
          <a:xfrm>
            <a:off x="365760" y="1133856"/>
            <a:ext cx="3840480" cy="310896"/>
          </a:xfrm>
          <a:prstGeom prst="rect">
            <a:avLst/>
          </a:prstGeom>
          <a:noFill/>
          <a:ln/>
        </p:spPr>
        <p:txBody>
          <a:bodyPr wrap="square" rtlCol="0" anchor="ctr"/>
          <a:lstStyle/>
          <a:p>
            <a:pPr marL="0" indent="0">
              <a:buNone/>
            </a:pPr>
            <a:r>
              <a:rPr lang="en-US" sz="1200" b="1">
                <a:solidFill>
                  <a:srgbClr val="FFFFFF"/>
                </a:solidFill>
                <a:latin typeface="Calibri" pitchFamily="34" charset="0"/>
                <a:ea typeface="Calibri" pitchFamily="34" charset="-122"/>
                <a:cs typeface="Calibri" pitchFamily="34" charset="-120"/>
              </a:rPr>
              <a:t>Data Input / Source</a:t>
            </a:r>
            <a:endParaRPr lang="en-US" sz="1200"/>
          </a:p>
        </p:txBody>
      </p:sp>
      <p:sp>
        <p:nvSpPr>
          <p:cNvPr id="9" name="Text 7"/>
          <p:cNvSpPr/>
          <p:nvPr/>
        </p:nvSpPr>
        <p:spPr>
          <a:xfrm>
            <a:off x="365760" y="1554480"/>
            <a:ext cx="4023360" cy="1188720"/>
          </a:xfrm>
          <a:prstGeom prst="rect">
            <a:avLst/>
          </a:prstGeom>
          <a:noFill/>
          <a:ln/>
        </p:spPr>
        <p:txBody>
          <a:bodyPr wrap="square" rtlCol="0" anchor="t"/>
          <a:lstStyle/>
          <a:p>
            <a:pPr marL="0" indent="0">
              <a:buNone/>
            </a:pPr>
            <a:r>
              <a:rPr lang="en-US" sz="1150">
                <a:solidFill>
                  <a:srgbClr val="1A1A2E"/>
                </a:solidFill>
                <a:latin typeface="Calibri" pitchFamily="34" charset="0"/>
                <a:ea typeface="Calibri" pitchFamily="34" charset="-122"/>
                <a:cs typeface="Calibri" pitchFamily="34" charset="-120"/>
              </a:rPr>
              <a:t>[Describe data sources: raw files, databases, APIs, uploads, etc.]</a:t>
            </a:r>
            <a:endParaRPr lang="en-US" sz="1150"/>
          </a:p>
        </p:txBody>
      </p:sp>
      <p:sp>
        <p:nvSpPr>
          <p:cNvPr id="10" name="Shape 8"/>
          <p:cNvSpPr/>
          <p:nvPr/>
        </p:nvSpPr>
        <p:spPr>
          <a:xfrm>
            <a:off x="4709160" y="1097280"/>
            <a:ext cx="4114800" cy="384048"/>
          </a:xfrm>
          <a:prstGeom prst="rect">
            <a:avLst/>
          </a:prstGeom>
          <a:solidFill>
            <a:srgbClr val="1565C0"/>
          </a:solidFill>
          <a:ln/>
        </p:spPr>
      </p:sp>
      <p:sp>
        <p:nvSpPr>
          <p:cNvPr id="11" name="Shape 9"/>
          <p:cNvSpPr/>
          <p:nvPr/>
        </p:nvSpPr>
        <p:spPr>
          <a:xfrm>
            <a:off x="8641080" y="1097280"/>
            <a:ext cx="320040" cy="384048"/>
          </a:xfrm>
          <a:prstGeom prst="rect">
            <a:avLst/>
          </a:prstGeom>
          <a:solidFill>
            <a:srgbClr val="1B3A8A"/>
          </a:solidFill>
          <a:ln/>
        </p:spPr>
      </p:sp>
      <p:sp>
        <p:nvSpPr>
          <p:cNvPr id="12" name="Text 10"/>
          <p:cNvSpPr/>
          <p:nvPr/>
        </p:nvSpPr>
        <p:spPr>
          <a:xfrm>
            <a:off x="4800600" y="1133856"/>
            <a:ext cx="3840480" cy="310896"/>
          </a:xfrm>
          <a:prstGeom prst="rect">
            <a:avLst/>
          </a:prstGeom>
          <a:noFill/>
          <a:ln/>
        </p:spPr>
        <p:txBody>
          <a:bodyPr wrap="square" rtlCol="0" anchor="ctr"/>
          <a:lstStyle/>
          <a:p>
            <a:pPr marL="0" indent="0">
              <a:buNone/>
            </a:pPr>
            <a:r>
              <a:rPr lang="en-US" sz="1200" b="1">
                <a:solidFill>
                  <a:srgbClr val="FFFFFF"/>
                </a:solidFill>
                <a:latin typeface="Calibri" pitchFamily="34" charset="0"/>
                <a:ea typeface="Calibri" pitchFamily="34" charset="-122"/>
                <a:cs typeface="Calibri" pitchFamily="34" charset="-120"/>
              </a:rPr>
              <a:t>Processing / Analysis</a:t>
            </a:r>
            <a:endParaRPr lang="en-US" sz="1200"/>
          </a:p>
        </p:txBody>
      </p:sp>
      <p:sp>
        <p:nvSpPr>
          <p:cNvPr id="13" name="Text 11"/>
          <p:cNvSpPr/>
          <p:nvPr/>
        </p:nvSpPr>
        <p:spPr>
          <a:xfrm>
            <a:off x="4800600" y="1554480"/>
            <a:ext cx="4023360" cy="1188720"/>
          </a:xfrm>
          <a:prstGeom prst="rect">
            <a:avLst/>
          </a:prstGeom>
          <a:noFill/>
          <a:ln/>
        </p:spPr>
        <p:txBody>
          <a:bodyPr wrap="square" rtlCol="0" anchor="t"/>
          <a:lstStyle/>
          <a:p>
            <a:pPr marL="0" indent="0">
              <a:buNone/>
            </a:pPr>
            <a:r>
              <a:rPr lang="en-US" sz="1150">
                <a:solidFill>
                  <a:srgbClr val="1A1A2E"/>
                </a:solidFill>
                <a:latin typeface="Calibri" pitchFamily="34" charset="0"/>
                <a:ea typeface="Calibri" pitchFamily="34" charset="-122"/>
                <a:cs typeface="Calibri" pitchFamily="34" charset="-120"/>
              </a:rPr>
              <a:t>[Explain how data is cleaned, transformed, and analyzed using your tools.]</a:t>
            </a:r>
            <a:endParaRPr lang="en-US" sz="1150"/>
          </a:p>
        </p:txBody>
      </p:sp>
      <p:sp>
        <p:nvSpPr>
          <p:cNvPr id="14" name="Shape 12"/>
          <p:cNvSpPr/>
          <p:nvPr/>
        </p:nvSpPr>
        <p:spPr>
          <a:xfrm>
            <a:off x="274320" y="2926080"/>
            <a:ext cx="4114800" cy="384048"/>
          </a:xfrm>
          <a:prstGeom prst="rect">
            <a:avLst/>
          </a:prstGeom>
          <a:solidFill>
            <a:srgbClr val="1565C0"/>
          </a:solidFill>
          <a:ln/>
        </p:spPr>
      </p:sp>
      <p:sp>
        <p:nvSpPr>
          <p:cNvPr id="15" name="Shape 13"/>
          <p:cNvSpPr/>
          <p:nvPr/>
        </p:nvSpPr>
        <p:spPr>
          <a:xfrm>
            <a:off x="4206240" y="2926080"/>
            <a:ext cx="320040" cy="384048"/>
          </a:xfrm>
          <a:prstGeom prst="rect">
            <a:avLst/>
          </a:prstGeom>
          <a:solidFill>
            <a:srgbClr val="1B3A8A"/>
          </a:solidFill>
          <a:ln/>
        </p:spPr>
      </p:sp>
      <p:sp>
        <p:nvSpPr>
          <p:cNvPr id="16" name="Text 14"/>
          <p:cNvSpPr/>
          <p:nvPr/>
        </p:nvSpPr>
        <p:spPr>
          <a:xfrm>
            <a:off x="365760" y="2962656"/>
            <a:ext cx="3840480" cy="310896"/>
          </a:xfrm>
          <a:prstGeom prst="rect">
            <a:avLst/>
          </a:prstGeom>
          <a:noFill/>
          <a:ln/>
        </p:spPr>
        <p:txBody>
          <a:bodyPr wrap="square" rtlCol="0" anchor="ctr"/>
          <a:lstStyle/>
          <a:p>
            <a:pPr marL="0" indent="0">
              <a:buNone/>
            </a:pPr>
            <a:r>
              <a:rPr lang="en-US" sz="1200" b="1">
                <a:solidFill>
                  <a:srgbClr val="FFFFFF"/>
                </a:solidFill>
                <a:latin typeface="Calibri" pitchFamily="34" charset="0"/>
                <a:ea typeface="Calibri" pitchFamily="34" charset="-122"/>
                <a:cs typeface="Calibri" pitchFamily="34" charset="-120"/>
              </a:rPr>
              <a:t>AI / Tool Integration</a:t>
            </a:r>
            <a:endParaRPr lang="en-US" sz="1200"/>
          </a:p>
        </p:txBody>
      </p:sp>
      <p:sp>
        <p:nvSpPr>
          <p:cNvPr id="17" name="Text 15"/>
          <p:cNvSpPr/>
          <p:nvPr/>
        </p:nvSpPr>
        <p:spPr>
          <a:xfrm>
            <a:off x="365760" y="3383280"/>
            <a:ext cx="4023360" cy="1188720"/>
          </a:xfrm>
          <a:prstGeom prst="rect">
            <a:avLst/>
          </a:prstGeom>
          <a:noFill/>
          <a:ln/>
        </p:spPr>
        <p:txBody>
          <a:bodyPr wrap="square" rtlCol="0" anchor="t"/>
          <a:lstStyle/>
          <a:p>
            <a:pPr marL="0" indent="0">
              <a:buNone/>
            </a:pPr>
            <a:r>
              <a:rPr lang="en-US" sz="1150">
                <a:solidFill>
                  <a:srgbClr val="1A1A2E"/>
                </a:solidFill>
                <a:latin typeface="Calibri" pitchFamily="34" charset="0"/>
                <a:ea typeface="Calibri" pitchFamily="34" charset="-122"/>
                <a:cs typeface="Calibri" pitchFamily="34" charset="-120"/>
              </a:rPr>
              <a:t>[Detail how Excel, Power BI, Copilot, or AI Chatbots are integrated.]</a:t>
            </a:r>
            <a:endParaRPr lang="en-US" sz="1150"/>
          </a:p>
        </p:txBody>
      </p:sp>
      <p:sp>
        <p:nvSpPr>
          <p:cNvPr id="18" name="Shape 16"/>
          <p:cNvSpPr/>
          <p:nvPr/>
        </p:nvSpPr>
        <p:spPr>
          <a:xfrm>
            <a:off x="4709160" y="2926080"/>
            <a:ext cx="4114800" cy="384048"/>
          </a:xfrm>
          <a:prstGeom prst="rect">
            <a:avLst/>
          </a:prstGeom>
          <a:solidFill>
            <a:srgbClr val="1565C0"/>
          </a:solidFill>
          <a:ln/>
        </p:spPr>
      </p:sp>
      <p:sp>
        <p:nvSpPr>
          <p:cNvPr id="19" name="Shape 17"/>
          <p:cNvSpPr/>
          <p:nvPr/>
        </p:nvSpPr>
        <p:spPr>
          <a:xfrm>
            <a:off x="8641080" y="2926080"/>
            <a:ext cx="320040" cy="384048"/>
          </a:xfrm>
          <a:prstGeom prst="rect">
            <a:avLst/>
          </a:prstGeom>
          <a:solidFill>
            <a:srgbClr val="1B3A8A"/>
          </a:solidFill>
          <a:ln/>
        </p:spPr>
      </p:sp>
      <p:sp>
        <p:nvSpPr>
          <p:cNvPr id="20" name="Text 18"/>
          <p:cNvSpPr/>
          <p:nvPr/>
        </p:nvSpPr>
        <p:spPr>
          <a:xfrm>
            <a:off x="4800600" y="2962656"/>
            <a:ext cx="3840480" cy="310896"/>
          </a:xfrm>
          <a:prstGeom prst="rect">
            <a:avLst/>
          </a:prstGeom>
          <a:noFill/>
          <a:ln/>
        </p:spPr>
        <p:txBody>
          <a:bodyPr wrap="square" rtlCol="0" anchor="ctr"/>
          <a:lstStyle/>
          <a:p>
            <a:pPr marL="0" indent="0">
              <a:buNone/>
            </a:pPr>
            <a:r>
              <a:rPr lang="en-US" sz="1200" b="1">
                <a:solidFill>
                  <a:srgbClr val="FFFFFF"/>
                </a:solidFill>
                <a:latin typeface="Calibri" pitchFamily="34" charset="0"/>
                <a:ea typeface="Calibri" pitchFamily="34" charset="-122"/>
                <a:cs typeface="Calibri" pitchFamily="34" charset="-120"/>
              </a:rPr>
              <a:t>Output / Dashboard</a:t>
            </a:r>
            <a:endParaRPr lang="en-US" sz="1200"/>
          </a:p>
        </p:txBody>
      </p:sp>
      <p:sp>
        <p:nvSpPr>
          <p:cNvPr id="21" name="Text 19"/>
          <p:cNvSpPr/>
          <p:nvPr/>
        </p:nvSpPr>
        <p:spPr>
          <a:xfrm>
            <a:off x="4800600" y="3383280"/>
            <a:ext cx="4023360" cy="1188720"/>
          </a:xfrm>
          <a:prstGeom prst="rect">
            <a:avLst/>
          </a:prstGeom>
          <a:noFill/>
          <a:ln/>
        </p:spPr>
        <p:txBody>
          <a:bodyPr wrap="square" rtlCol="0" anchor="t"/>
          <a:lstStyle/>
          <a:p>
            <a:pPr marL="0" indent="0">
              <a:buNone/>
            </a:pPr>
            <a:r>
              <a:rPr lang="en-US" sz="1150">
                <a:solidFill>
                  <a:srgbClr val="1A1A2E"/>
                </a:solidFill>
                <a:latin typeface="Calibri" pitchFamily="34" charset="0"/>
                <a:ea typeface="Calibri" pitchFamily="34" charset="-122"/>
                <a:cs typeface="Calibri" pitchFamily="34" charset="-120"/>
              </a:rPr>
              <a:t>[Describe what the final output looks like: report, chart, dashboard.]</a:t>
            </a:r>
            <a:endParaRPr lang="en-US" sz="115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a:ln/>
        </p:spPr>
      </p:sp>
      <p:sp>
        <p:nvSpPr>
          <p:cNvPr id="3" name="Text 1"/>
          <p:cNvSpPr/>
          <p:nvPr/>
        </p:nvSpPr>
        <p:spPr>
          <a:xfrm>
            <a:off x="7772400" y="45720"/>
            <a:ext cx="1280160" cy="411480"/>
          </a:xfrm>
          <a:prstGeom prst="rect">
            <a:avLst/>
          </a:prstGeom>
          <a:noFill/>
          <a:ln/>
        </p:spPr>
        <p:txBody>
          <a:bodyPr wrap="square" rtlCol="0" anchor="ctr"/>
          <a:lstStyle/>
          <a:p>
            <a:pPr marL="0" indent="0" algn="r">
              <a:buNone/>
            </a:pPr>
            <a:r>
              <a:rPr lang="en-US" sz="800" b="1">
                <a:solidFill>
                  <a:srgbClr val="4FC3F7"/>
                </a:solidFill>
                <a:latin typeface="Calibri" pitchFamily="34" charset="0"/>
                <a:ea typeface="Calibri" pitchFamily="34" charset="-122"/>
                <a:cs typeface="Calibri" pitchFamily="34" charset="-120"/>
              </a:rPr>
              <a:t>edunet</a:t>
            </a:r>
            <a:endParaRPr lang="en-US" sz="800"/>
          </a:p>
          <a:p>
            <a:pPr marL="0" indent="0" algn="r">
              <a:buNone/>
            </a:pPr>
            <a:r>
              <a:rPr lang="en-US" sz="800" b="1">
                <a:solidFill>
                  <a:srgbClr val="4FC3F7"/>
                </a:solidFill>
                <a:latin typeface="Calibri" pitchFamily="34" charset="0"/>
                <a:ea typeface="Calibri" pitchFamily="34" charset="-122"/>
                <a:cs typeface="Calibri" pitchFamily="34" charset="-120"/>
              </a:rPr>
              <a:t>foundation</a:t>
            </a:r>
            <a:endParaRPr lang="en-US" sz="800"/>
          </a:p>
        </p:txBody>
      </p:sp>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a:solidFill>
                  <a:srgbClr val="1B3A8A"/>
                </a:solidFill>
                <a:latin typeface="Calibri" pitchFamily="34" charset="0"/>
                <a:ea typeface="Calibri" pitchFamily="34" charset="-122"/>
                <a:cs typeface="Calibri" pitchFamily="34" charset="-120"/>
              </a:rPr>
              <a:t>Live Demo of Project</a:t>
            </a:r>
            <a:endParaRPr lang="en-US" sz="2200"/>
          </a:p>
        </p:txBody>
      </p:sp>
      <p:sp>
        <p:nvSpPr>
          <p:cNvPr id="5" name="Shape 3"/>
          <p:cNvSpPr/>
          <p:nvPr/>
        </p:nvSpPr>
        <p:spPr>
          <a:xfrm>
            <a:off x="0" y="4983480"/>
            <a:ext cx="9144000" cy="160020"/>
          </a:xfrm>
          <a:prstGeom prst="rect">
            <a:avLst/>
          </a:prstGeom>
          <a:solidFill>
            <a:srgbClr val="1B3A8A"/>
          </a:solidFill>
          <a:ln/>
        </p:spPr>
      </p:sp>
      <p:sp>
        <p:nvSpPr>
          <p:cNvPr id="6" name="Text 4"/>
          <p:cNvSpPr/>
          <p:nvPr/>
        </p:nvSpPr>
        <p:spPr>
          <a:xfrm>
            <a:off x="365760" y="1115568"/>
            <a:ext cx="8412480" cy="320040"/>
          </a:xfrm>
          <a:prstGeom prst="rect">
            <a:avLst/>
          </a:prstGeom>
          <a:noFill/>
          <a:ln/>
        </p:spPr>
        <p:txBody>
          <a:bodyPr wrap="square" rtlCol="0" anchor="ctr"/>
          <a:lstStyle/>
          <a:p>
            <a:pPr marL="0" indent="0">
              <a:buNone/>
            </a:pPr>
            <a:r>
              <a:rPr lang="en-US" sz="1200" i="1">
                <a:solidFill>
                  <a:srgbClr val="607D8B"/>
                </a:solidFill>
                <a:latin typeface="Calibri" pitchFamily="34" charset="0"/>
                <a:ea typeface="Calibri" pitchFamily="34" charset="-122"/>
                <a:cs typeface="Calibri" pitchFamily="34" charset="-120"/>
              </a:rPr>
              <a:t>Here's the list of some demo screenshots / features of the project:</a:t>
            </a:r>
            <a:endParaRPr lang="en-US" sz="1200"/>
          </a:p>
        </p:txBody>
      </p:sp>
      <p:sp>
        <p:nvSpPr>
          <p:cNvPr id="7" name="Shape 5"/>
          <p:cNvSpPr/>
          <p:nvPr/>
        </p:nvSpPr>
        <p:spPr>
          <a:xfrm>
            <a:off x="978408" y="1463040"/>
            <a:ext cx="1371600" cy="1371600"/>
          </a:xfrm>
          <a:prstGeom prst="ellipse">
            <a:avLst/>
          </a:prstGeom>
          <a:solidFill>
            <a:srgbClr val="ECEFF1"/>
          </a:solidFill>
          <a:ln w="38100">
            <a:solidFill>
              <a:srgbClr val="FFFFFF"/>
            </a:solidFill>
            <a:prstDash val="solid"/>
          </a:ln>
        </p:spPr>
      </p:sp>
      <p:sp>
        <p:nvSpPr>
          <p:cNvPr id="8" name="Text 6"/>
          <p:cNvSpPr/>
          <p:nvPr/>
        </p:nvSpPr>
        <p:spPr>
          <a:xfrm>
            <a:off x="978408" y="1463040"/>
            <a:ext cx="1371600" cy="1371600"/>
          </a:xfrm>
          <a:prstGeom prst="rect">
            <a:avLst/>
          </a:prstGeom>
          <a:noFill/>
          <a:ln/>
        </p:spPr>
        <p:txBody>
          <a:bodyPr wrap="square" rtlCol="0" anchor="ctr"/>
          <a:lstStyle/>
          <a:p>
            <a:pPr marL="0" indent="0" algn="ctr">
              <a:buNone/>
            </a:pPr>
            <a:r>
              <a:rPr lang="en-US" sz="3600">
                <a:solidFill>
                  <a:srgbClr val="000000"/>
                </a:solidFill>
              </a:rPr>
              <a:t>🖼</a:t>
            </a:r>
            <a:endParaRPr lang="en-US" sz="3600"/>
          </a:p>
        </p:txBody>
      </p:sp>
      <p:sp>
        <p:nvSpPr>
          <p:cNvPr id="9" name="Shape 7"/>
          <p:cNvSpPr/>
          <p:nvPr/>
        </p:nvSpPr>
        <p:spPr>
          <a:xfrm>
            <a:off x="274320" y="2011680"/>
            <a:ext cx="2788920" cy="2651760"/>
          </a:xfrm>
          <a:prstGeom prst="rect">
            <a:avLst/>
          </a:prstGeom>
          <a:solidFill>
            <a:srgbClr val="1565C0"/>
          </a:solidFill>
          <a:ln/>
          <a:effectLst>
            <a:outerShdw blurRad="101600" dist="38100" dir="8100000" algn="bl" rotWithShape="0">
              <a:srgbClr val="000000">
                <a:alpha val="15000"/>
              </a:srgbClr>
            </a:outerShdw>
          </a:effectLst>
        </p:spPr>
      </p:sp>
      <p:sp>
        <p:nvSpPr>
          <p:cNvPr id="10" name="Text 8"/>
          <p:cNvSpPr/>
          <p:nvPr/>
        </p:nvSpPr>
        <p:spPr>
          <a:xfrm>
            <a:off x="274320" y="2651760"/>
            <a:ext cx="2788920" cy="411480"/>
          </a:xfrm>
          <a:prstGeom prst="rect">
            <a:avLst/>
          </a:prstGeom>
          <a:noFill/>
          <a:ln/>
        </p:spPr>
        <p:txBody>
          <a:bodyPr wrap="square" rtlCol="0" anchor="ctr"/>
          <a:lstStyle/>
          <a:p>
            <a:pPr marL="0" indent="0" algn="ctr">
              <a:buNone/>
            </a:pPr>
            <a:r>
              <a:rPr lang="en-US" sz="1600" b="1">
                <a:solidFill>
                  <a:srgbClr val="FFFFFF"/>
                </a:solidFill>
                <a:latin typeface="Calibri" pitchFamily="34" charset="0"/>
                <a:ea typeface="Calibri" pitchFamily="34" charset="-122"/>
                <a:cs typeface="Calibri" pitchFamily="34" charset="-120"/>
              </a:rPr>
              <a:t>Demo 1</a:t>
            </a:r>
            <a:endParaRPr lang="en-US" sz="1600"/>
          </a:p>
        </p:txBody>
      </p:sp>
      <p:sp>
        <p:nvSpPr>
          <p:cNvPr id="11" name="Text 9"/>
          <p:cNvSpPr/>
          <p:nvPr/>
        </p:nvSpPr>
        <p:spPr>
          <a:xfrm>
            <a:off x="411480" y="3127248"/>
            <a:ext cx="2514600" cy="1371600"/>
          </a:xfrm>
          <a:prstGeom prst="rect">
            <a:avLst/>
          </a:prstGeom>
          <a:noFill/>
          <a:ln/>
        </p:spPr>
        <p:txBody>
          <a:bodyPr wrap="square" rtlCol="0" anchor="ctr"/>
          <a:lstStyle/>
          <a:p>
            <a:pPr marL="0" indent="0" algn="ctr">
              <a:buNone/>
            </a:pPr>
            <a:r>
              <a:rPr lang="en-US" sz="1050">
                <a:solidFill>
                  <a:srgbClr val="FFFFFF"/>
                </a:solidFill>
                <a:latin typeface="Calibri" pitchFamily="34" charset="0"/>
                <a:ea typeface="Calibri" pitchFamily="34" charset="-122"/>
                <a:cs typeface="Calibri" pitchFamily="34" charset="-120"/>
              </a:rPr>
              <a:t>[Add description of Demo 1 here — what this demo shows, key features, and results achieved.]</a:t>
            </a:r>
            <a:endParaRPr lang="en-US" sz="1050"/>
          </a:p>
        </p:txBody>
      </p:sp>
      <p:sp>
        <p:nvSpPr>
          <p:cNvPr id="12" name="Shape 10"/>
          <p:cNvSpPr/>
          <p:nvPr/>
        </p:nvSpPr>
        <p:spPr>
          <a:xfrm>
            <a:off x="3922776" y="1463040"/>
            <a:ext cx="1371600" cy="1371600"/>
          </a:xfrm>
          <a:prstGeom prst="ellipse">
            <a:avLst/>
          </a:prstGeom>
          <a:solidFill>
            <a:srgbClr val="ECEFF1"/>
          </a:solidFill>
          <a:ln w="38100">
            <a:solidFill>
              <a:srgbClr val="FFFFFF"/>
            </a:solidFill>
            <a:prstDash val="solid"/>
          </a:ln>
        </p:spPr>
      </p:sp>
      <p:sp>
        <p:nvSpPr>
          <p:cNvPr id="13" name="Text 11"/>
          <p:cNvSpPr/>
          <p:nvPr/>
        </p:nvSpPr>
        <p:spPr>
          <a:xfrm>
            <a:off x="3922776" y="1463040"/>
            <a:ext cx="1371600" cy="1371600"/>
          </a:xfrm>
          <a:prstGeom prst="rect">
            <a:avLst/>
          </a:prstGeom>
          <a:noFill/>
          <a:ln/>
        </p:spPr>
        <p:txBody>
          <a:bodyPr wrap="square" rtlCol="0" anchor="ctr"/>
          <a:lstStyle/>
          <a:p>
            <a:pPr marL="0" indent="0" algn="ctr">
              <a:buNone/>
            </a:pPr>
            <a:r>
              <a:rPr lang="en-US" sz="3600">
                <a:solidFill>
                  <a:srgbClr val="000000"/>
                </a:solidFill>
              </a:rPr>
              <a:t>🖼</a:t>
            </a:r>
            <a:endParaRPr lang="en-US" sz="3600"/>
          </a:p>
        </p:txBody>
      </p:sp>
      <p:sp>
        <p:nvSpPr>
          <p:cNvPr id="14" name="Shape 12"/>
          <p:cNvSpPr/>
          <p:nvPr/>
        </p:nvSpPr>
        <p:spPr>
          <a:xfrm>
            <a:off x="3218688" y="2011680"/>
            <a:ext cx="2788920" cy="2651760"/>
          </a:xfrm>
          <a:prstGeom prst="rect">
            <a:avLst/>
          </a:prstGeom>
          <a:solidFill>
            <a:srgbClr val="1565C0"/>
          </a:solidFill>
          <a:ln/>
          <a:effectLst>
            <a:outerShdw blurRad="101600" dist="38100" dir="8100000" algn="bl" rotWithShape="0">
              <a:srgbClr val="000000">
                <a:alpha val="15000"/>
              </a:srgbClr>
            </a:outerShdw>
          </a:effectLst>
        </p:spPr>
      </p:sp>
      <p:sp>
        <p:nvSpPr>
          <p:cNvPr id="15" name="Text 13"/>
          <p:cNvSpPr/>
          <p:nvPr/>
        </p:nvSpPr>
        <p:spPr>
          <a:xfrm>
            <a:off x="3218688" y="2651760"/>
            <a:ext cx="2788920" cy="411480"/>
          </a:xfrm>
          <a:prstGeom prst="rect">
            <a:avLst/>
          </a:prstGeom>
          <a:noFill/>
          <a:ln/>
        </p:spPr>
        <p:txBody>
          <a:bodyPr wrap="square" rtlCol="0" anchor="ctr"/>
          <a:lstStyle/>
          <a:p>
            <a:pPr marL="0" indent="0" algn="ctr">
              <a:buNone/>
            </a:pPr>
            <a:r>
              <a:rPr lang="en-US" sz="1600" b="1">
                <a:solidFill>
                  <a:srgbClr val="FFFFFF"/>
                </a:solidFill>
                <a:latin typeface="Calibri" pitchFamily="34" charset="0"/>
                <a:ea typeface="Calibri" pitchFamily="34" charset="-122"/>
                <a:cs typeface="Calibri" pitchFamily="34" charset="-120"/>
              </a:rPr>
              <a:t>Demo 2</a:t>
            </a:r>
            <a:endParaRPr lang="en-US" sz="1600"/>
          </a:p>
        </p:txBody>
      </p:sp>
      <p:sp>
        <p:nvSpPr>
          <p:cNvPr id="16" name="Text 14"/>
          <p:cNvSpPr/>
          <p:nvPr/>
        </p:nvSpPr>
        <p:spPr>
          <a:xfrm>
            <a:off x="3355848" y="3127248"/>
            <a:ext cx="2514600" cy="1371600"/>
          </a:xfrm>
          <a:prstGeom prst="rect">
            <a:avLst/>
          </a:prstGeom>
          <a:noFill/>
          <a:ln/>
        </p:spPr>
        <p:txBody>
          <a:bodyPr wrap="square" rtlCol="0" anchor="ctr"/>
          <a:lstStyle/>
          <a:p>
            <a:pPr marL="0" indent="0" algn="ctr">
              <a:buNone/>
            </a:pPr>
            <a:r>
              <a:rPr lang="en-US" sz="1050">
                <a:solidFill>
                  <a:srgbClr val="FFFFFF"/>
                </a:solidFill>
                <a:latin typeface="Calibri" pitchFamily="34" charset="0"/>
                <a:ea typeface="Calibri" pitchFamily="34" charset="-122"/>
                <a:cs typeface="Calibri" pitchFamily="34" charset="-120"/>
              </a:rPr>
              <a:t>[Add description of Demo 2 here — what this demo shows, key features, and results achieved.]</a:t>
            </a:r>
            <a:endParaRPr lang="en-US" sz="1050"/>
          </a:p>
        </p:txBody>
      </p:sp>
      <p:sp>
        <p:nvSpPr>
          <p:cNvPr id="17" name="Shape 15"/>
          <p:cNvSpPr/>
          <p:nvPr/>
        </p:nvSpPr>
        <p:spPr>
          <a:xfrm>
            <a:off x="6867144" y="1463040"/>
            <a:ext cx="1371600" cy="1371600"/>
          </a:xfrm>
          <a:prstGeom prst="ellipse">
            <a:avLst/>
          </a:prstGeom>
          <a:solidFill>
            <a:srgbClr val="ECEFF1"/>
          </a:solidFill>
          <a:ln w="38100">
            <a:solidFill>
              <a:srgbClr val="FFFFFF"/>
            </a:solidFill>
            <a:prstDash val="solid"/>
          </a:ln>
        </p:spPr>
      </p:sp>
      <p:sp>
        <p:nvSpPr>
          <p:cNvPr id="18" name="Text 16"/>
          <p:cNvSpPr/>
          <p:nvPr/>
        </p:nvSpPr>
        <p:spPr>
          <a:xfrm>
            <a:off x="6867144" y="1463040"/>
            <a:ext cx="1371600" cy="1371600"/>
          </a:xfrm>
          <a:prstGeom prst="rect">
            <a:avLst/>
          </a:prstGeom>
          <a:noFill/>
          <a:ln/>
        </p:spPr>
        <p:txBody>
          <a:bodyPr wrap="square" rtlCol="0" anchor="ctr"/>
          <a:lstStyle/>
          <a:p>
            <a:pPr marL="0" indent="0" algn="ctr">
              <a:buNone/>
            </a:pPr>
            <a:r>
              <a:rPr lang="en-US" sz="3600">
                <a:solidFill>
                  <a:srgbClr val="000000"/>
                </a:solidFill>
              </a:rPr>
              <a:t>🖼</a:t>
            </a:r>
            <a:endParaRPr lang="en-US" sz="3600"/>
          </a:p>
        </p:txBody>
      </p:sp>
      <p:sp>
        <p:nvSpPr>
          <p:cNvPr id="19" name="Shape 17"/>
          <p:cNvSpPr/>
          <p:nvPr/>
        </p:nvSpPr>
        <p:spPr>
          <a:xfrm>
            <a:off x="6163056" y="2011680"/>
            <a:ext cx="2788920" cy="2651760"/>
          </a:xfrm>
          <a:prstGeom prst="rect">
            <a:avLst/>
          </a:prstGeom>
          <a:solidFill>
            <a:srgbClr val="1565C0"/>
          </a:solidFill>
          <a:ln/>
          <a:effectLst>
            <a:outerShdw blurRad="101600" dist="38100" dir="8100000" algn="bl" rotWithShape="0">
              <a:srgbClr val="000000">
                <a:alpha val="15000"/>
              </a:srgbClr>
            </a:outerShdw>
          </a:effectLst>
        </p:spPr>
      </p:sp>
      <p:sp>
        <p:nvSpPr>
          <p:cNvPr id="20" name="Text 18"/>
          <p:cNvSpPr/>
          <p:nvPr/>
        </p:nvSpPr>
        <p:spPr>
          <a:xfrm>
            <a:off x="6163056" y="2651760"/>
            <a:ext cx="2788920" cy="411480"/>
          </a:xfrm>
          <a:prstGeom prst="rect">
            <a:avLst/>
          </a:prstGeom>
          <a:noFill/>
          <a:ln/>
        </p:spPr>
        <p:txBody>
          <a:bodyPr wrap="square" rtlCol="0" anchor="ctr"/>
          <a:lstStyle/>
          <a:p>
            <a:pPr marL="0" indent="0" algn="ctr">
              <a:buNone/>
            </a:pPr>
            <a:r>
              <a:rPr lang="en-US" sz="1600" b="1">
                <a:solidFill>
                  <a:srgbClr val="FFFFFF"/>
                </a:solidFill>
                <a:latin typeface="Calibri" pitchFamily="34" charset="0"/>
                <a:ea typeface="Calibri" pitchFamily="34" charset="-122"/>
                <a:cs typeface="Calibri" pitchFamily="34" charset="-120"/>
              </a:rPr>
              <a:t>Demo 3</a:t>
            </a:r>
            <a:endParaRPr lang="en-US" sz="1600"/>
          </a:p>
        </p:txBody>
      </p:sp>
      <p:sp>
        <p:nvSpPr>
          <p:cNvPr id="21" name="Text 19"/>
          <p:cNvSpPr/>
          <p:nvPr/>
        </p:nvSpPr>
        <p:spPr>
          <a:xfrm>
            <a:off x="6300216" y="3127248"/>
            <a:ext cx="2514600" cy="1371600"/>
          </a:xfrm>
          <a:prstGeom prst="rect">
            <a:avLst/>
          </a:prstGeom>
          <a:noFill/>
          <a:ln/>
        </p:spPr>
        <p:txBody>
          <a:bodyPr wrap="square" rtlCol="0" anchor="ctr"/>
          <a:lstStyle/>
          <a:p>
            <a:pPr marL="0" indent="0" algn="ctr">
              <a:buNone/>
            </a:pPr>
            <a:r>
              <a:rPr lang="en-US" sz="1050">
                <a:solidFill>
                  <a:srgbClr val="FFFFFF"/>
                </a:solidFill>
                <a:latin typeface="Calibri" pitchFamily="34" charset="0"/>
                <a:ea typeface="Calibri" pitchFamily="34" charset="-122"/>
                <a:cs typeface="Calibri" pitchFamily="34" charset="-120"/>
              </a:rPr>
              <a:t>[Add description of Demo 3 here — what this demo shows, key features, and results achieved.]</a:t>
            </a:r>
            <a:endParaRPr lang="en-US" sz="105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a:ln/>
        </p:spPr>
      </p:sp>
      <p:sp>
        <p:nvSpPr>
          <p:cNvPr id="3" name="Text 1"/>
          <p:cNvSpPr/>
          <p:nvPr/>
        </p:nvSpPr>
        <p:spPr>
          <a:xfrm>
            <a:off x="7772400" y="45720"/>
            <a:ext cx="1280160" cy="411480"/>
          </a:xfrm>
          <a:prstGeom prst="rect">
            <a:avLst/>
          </a:prstGeom>
          <a:noFill/>
          <a:ln/>
        </p:spPr>
        <p:txBody>
          <a:bodyPr wrap="square" rtlCol="0" anchor="ctr"/>
          <a:lstStyle/>
          <a:p>
            <a:pPr marL="0" indent="0" algn="r">
              <a:buNone/>
            </a:pPr>
            <a:r>
              <a:rPr lang="en-US" sz="800" b="1">
                <a:solidFill>
                  <a:srgbClr val="4FC3F7"/>
                </a:solidFill>
                <a:latin typeface="Calibri" pitchFamily="34" charset="0"/>
                <a:ea typeface="Calibri" pitchFamily="34" charset="-122"/>
                <a:cs typeface="Calibri" pitchFamily="34" charset="-120"/>
              </a:rPr>
              <a:t>edunet</a:t>
            </a:r>
            <a:endParaRPr lang="en-US" sz="800"/>
          </a:p>
          <a:p>
            <a:pPr marL="0" indent="0" algn="r">
              <a:buNone/>
            </a:pPr>
            <a:r>
              <a:rPr lang="en-US" sz="800" b="1">
                <a:solidFill>
                  <a:srgbClr val="4FC3F7"/>
                </a:solidFill>
                <a:latin typeface="Calibri" pitchFamily="34" charset="0"/>
                <a:ea typeface="Calibri" pitchFamily="34" charset="-122"/>
                <a:cs typeface="Calibri" pitchFamily="34" charset="-120"/>
              </a:rPr>
              <a:t>foundation</a:t>
            </a:r>
            <a:endParaRPr lang="en-US" sz="800"/>
          </a:p>
        </p:txBody>
      </p:sp>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a:solidFill>
                  <a:srgbClr val="1B3A8A"/>
                </a:solidFill>
                <a:latin typeface="Calibri" pitchFamily="34" charset="0"/>
                <a:ea typeface="Calibri" pitchFamily="34" charset="-122"/>
                <a:cs typeface="Calibri" pitchFamily="34" charset="-120"/>
              </a:rPr>
              <a:t>Video of Project Demo</a:t>
            </a:r>
            <a:endParaRPr lang="en-US" sz="2200"/>
          </a:p>
        </p:txBody>
      </p:sp>
      <p:sp>
        <p:nvSpPr>
          <p:cNvPr id="5" name="Shape 3"/>
          <p:cNvSpPr/>
          <p:nvPr/>
        </p:nvSpPr>
        <p:spPr>
          <a:xfrm>
            <a:off x="0" y="4983480"/>
            <a:ext cx="9144000" cy="160020"/>
          </a:xfrm>
          <a:prstGeom prst="rect">
            <a:avLst/>
          </a:prstGeom>
          <a:solidFill>
            <a:srgbClr val="1B3A8A"/>
          </a:solidFill>
          <a:ln/>
        </p:spPr>
      </p:sp>
      <p:sp>
        <p:nvSpPr>
          <p:cNvPr id="6" name="Shape 4"/>
          <p:cNvSpPr/>
          <p:nvPr/>
        </p:nvSpPr>
        <p:spPr>
          <a:xfrm>
            <a:off x="365760" y="685800"/>
            <a:ext cx="8412480" cy="3977640"/>
          </a:xfrm>
          <a:prstGeom prst="rect">
            <a:avLst/>
          </a:prstGeom>
          <a:solidFill>
            <a:srgbClr val="ECEFF1"/>
          </a:solidFill>
          <a:ln w="25400">
            <a:solidFill>
              <a:srgbClr val="1B3A8A"/>
            </a:solidFill>
            <a:prstDash val="solid"/>
          </a:ln>
        </p:spPr>
      </p:sp>
      <p:sp>
        <p:nvSpPr>
          <p:cNvPr id="7" name="Shape 5"/>
          <p:cNvSpPr/>
          <p:nvPr/>
        </p:nvSpPr>
        <p:spPr>
          <a:xfrm>
            <a:off x="365760" y="685800"/>
            <a:ext cx="8412480" cy="384048"/>
          </a:xfrm>
          <a:prstGeom prst="rect">
            <a:avLst/>
          </a:prstGeom>
          <a:solidFill>
            <a:srgbClr val="E0E0E0"/>
          </a:solidFill>
          <a:ln/>
        </p:spPr>
      </p:sp>
      <p:sp>
        <p:nvSpPr>
          <p:cNvPr id="8" name="Shape 6"/>
          <p:cNvSpPr/>
          <p:nvPr/>
        </p:nvSpPr>
        <p:spPr>
          <a:xfrm>
            <a:off x="502920" y="777240"/>
            <a:ext cx="164592" cy="164592"/>
          </a:xfrm>
          <a:prstGeom prst="ellipse">
            <a:avLst/>
          </a:prstGeom>
          <a:solidFill>
            <a:srgbClr val="FF5F57"/>
          </a:solidFill>
          <a:ln/>
        </p:spPr>
      </p:sp>
      <p:sp>
        <p:nvSpPr>
          <p:cNvPr id="9" name="Shape 7"/>
          <p:cNvSpPr/>
          <p:nvPr/>
        </p:nvSpPr>
        <p:spPr>
          <a:xfrm>
            <a:off x="731520" y="777240"/>
            <a:ext cx="164592" cy="164592"/>
          </a:xfrm>
          <a:prstGeom prst="ellipse">
            <a:avLst/>
          </a:prstGeom>
          <a:solidFill>
            <a:srgbClr val="FEBC2E"/>
          </a:solidFill>
          <a:ln/>
        </p:spPr>
      </p:sp>
      <p:sp>
        <p:nvSpPr>
          <p:cNvPr id="10" name="Shape 8"/>
          <p:cNvSpPr/>
          <p:nvPr/>
        </p:nvSpPr>
        <p:spPr>
          <a:xfrm>
            <a:off x="960120" y="777240"/>
            <a:ext cx="164592" cy="164592"/>
          </a:xfrm>
          <a:prstGeom prst="ellipse">
            <a:avLst/>
          </a:prstGeom>
          <a:solidFill>
            <a:srgbClr val="28C840"/>
          </a:solidFill>
          <a:ln/>
        </p:spPr>
      </p:sp>
      <p:sp>
        <p:nvSpPr>
          <p:cNvPr id="11" name="Shape 9"/>
          <p:cNvSpPr/>
          <p:nvPr/>
        </p:nvSpPr>
        <p:spPr>
          <a:xfrm>
            <a:off x="1371600" y="777240"/>
            <a:ext cx="5029200" cy="201168"/>
          </a:xfrm>
          <a:prstGeom prst="rect">
            <a:avLst/>
          </a:prstGeom>
          <a:solidFill>
            <a:srgbClr val="FFFFFF"/>
          </a:solidFill>
          <a:ln w="6350">
            <a:solidFill>
              <a:srgbClr val="CCCCCC"/>
            </a:solidFill>
            <a:prstDash val="solid"/>
          </a:ln>
        </p:spPr>
      </p:sp>
      <p:sp>
        <p:nvSpPr>
          <p:cNvPr id="12" name="Text 10"/>
          <p:cNvSpPr/>
          <p:nvPr/>
        </p:nvSpPr>
        <p:spPr>
          <a:xfrm>
            <a:off x="1389888" y="768096"/>
            <a:ext cx="4992624" cy="219456"/>
          </a:xfrm>
          <a:prstGeom prst="rect">
            <a:avLst/>
          </a:prstGeom>
          <a:noFill/>
          <a:ln/>
        </p:spPr>
        <p:txBody>
          <a:bodyPr wrap="square" rtlCol="0" anchor="ctr"/>
          <a:lstStyle/>
          <a:p>
            <a:pPr marL="0" indent="0">
              <a:buNone/>
            </a:pPr>
            <a:r>
              <a:rPr lang="en-US" sz="900">
                <a:solidFill>
                  <a:srgbClr val="607D8B"/>
                </a:solidFill>
                <a:latin typeface="Calibri" pitchFamily="34" charset="0"/>
                <a:ea typeface="Calibri" pitchFamily="34" charset="-122"/>
                <a:cs typeface="Calibri" pitchFamily="34" charset="-120"/>
              </a:rPr>
              <a:t>[https://your-project-demo-link.com]</a:t>
            </a:r>
            <a:endParaRPr lang="en-US" sz="900"/>
          </a:p>
        </p:txBody>
      </p:sp>
      <p:sp>
        <p:nvSpPr>
          <p:cNvPr id="13" name="Shape 11"/>
          <p:cNvSpPr/>
          <p:nvPr/>
        </p:nvSpPr>
        <p:spPr>
          <a:xfrm>
            <a:off x="3749040" y="1828800"/>
            <a:ext cx="1645920" cy="1645920"/>
          </a:xfrm>
          <a:prstGeom prst="ellipse">
            <a:avLst/>
          </a:prstGeom>
          <a:solidFill>
            <a:srgbClr val="1B3A8A">
              <a:alpha val="80000"/>
            </a:srgbClr>
          </a:solidFill>
          <a:ln/>
        </p:spPr>
      </p:sp>
      <p:sp>
        <p:nvSpPr>
          <p:cNvPr id="14" name="Text 12"/>
          <p:cNvSpPr/>
          <p:nvPr/>
        </p:nvSpPr>
        <p:spPr>
          <a:xfrm>
            <a:off x="3749040" y="1828800"/>
            <a:ext cx="1645920" cy="1645920"/>
          </a:xfrm>
          <a:prstGeom prst="rect">
            <a:avLst/>
          </a:prstGeom>
          <a:noFill/>
          <a:ln/>
        </p:spPr>
        <p:txBody>
          <a:bodyPr wrap="square" rtlCol="0" anchor="ctr"/>
          <a:lstStyle/>
          <a:p>
            <a:pPr marL="0" indent="0" algn="ctr">
              <a:buNone/>
            </a:pPr>
            <a:r>
              <a:rPr lang="en-US" sz="4800">
                <a:solidFill>
                  <a:srgbClr val="FFFFFF"/>
                </a:solidFill>
              </a:rPr>
              <a:t>▶</a:t>
            </a:r>
            <a:endParaRPr lang="en-US" sz="4800"/>
          </a:p>
        </p:txBody>
      </p:sp>
      <p:sp>
        <p:nvSpPr>
          <p:cNvPr id="15" name="Text 13"/>
          <p:cNvSpPr/>
          <p:nvPr/>
        </p:nvSpPr>
        <p:spPr>
          <a:xfrm>
            <a:off x="914400" y="3794760"/>
            <a:ext cx="7315200" cy="594360"/>
          </a:xfrm>
          <a:prstGeom prst="rect">
            <a:avLst/>
          </a:prstGeom>
          <a:noFill/>
          <a:ln/>
        </p:spPr>
        <p:txBody>
          <a:bodyPr wrap="square" rtlCol="0" anchor="ctr"/>
          <a:lstStyle/>
          <a:p>
            <a:pPr marL="0" indent="0" algn="ctr">
              <a:buNone/>
            </a:pPr>
            <a:r>
              <a:rPr lang="en-US" sz="1100" i="1">
                <a:solidFill>
                  <a:srgbClr val="607D8B"/>
                </a:solidFill>
                <a:latin typeface="Calibri" pitchFamily="34" charset="0"/>
                <a:ea typeface="Calibri" pitchFamily="34" charset="-122"/>
                <a:cs typeface="Calibri" pitchFamily="34" charset="-120"/>
              </a:rPr>
              <a:t>[Insert your project demo video.</a:t>
            </a:r>
            <a:endParaRPr lang="en-US" sz="1100"/>
          </a:p>
          <a:p>
            <a:pPr marL="0" indent="0" algn="ctr">
              <a:buNone/>
            </a:pPr>
            <a:r>
              <a:rPr lang="en-US" sz="1100" i="1">
                <a:solidFill>
                  <a:srgbClr val="607D8B"/>
                </a:solidFill>
                <a:latin typeface="Calibri" pitchFamily="34" charset="0"/>
                <a:ea typeface="Calibri" pitchFamily="34" charset="-122"/>
                <a:cs typeface="Calibri" pitchFamily="34" charset="-120"/>
              </a:rPr>
              <a:t>You can embed a video your live project.]</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a:ln/>
        </p:spPr>
      </p:sp>
      <p:sp>
        <p:nvSpPr>
          <p:cNvPr id="3" name="Text 1"/>
          <p:cNvSpPr/>
          <p:nvPr/>
        </p:nvSpPr>
        <p:spPr>
          <a:xfrm>
            <a:off x="7772400" y="45720"/>
            <a:ext cx="1280160" cy="411480"/>
          </a:xfrm>
          <a:prstGeom prst="rect">
            <a:avLst/>
          </a:prstGeom>
          <a:noFill/>
          <a:ln/>
        </p:spPr>
        <p:txBody>
          <a:bodyPr wrap="square" rtlCol="0" anchor="ctr"/>
          <a:lstStyle/>
          <a:p>
            <a:pPr marL="0" indent="0" algn="r">
              <a:buNone/>
            </a:pPr>
            <a:r>
              <a:rPr lang="en-US" sz="800" b="1">
                <a:solidFill>
                  <a:srgbClr val="4FC3F7"/>
                </a:solidFill>
                <a:latin typeface="Calibri" pitchFamily="34" charset="0"/>
                <a:ea typeface="Calibri" pitchFamily="34" charset="-122"/>
                <a:cs typeface="Calibri" pitchFamily="34" charset="-120"/>
              </a:rPr>
              <a:t>edunet</a:t>
            </a:r>
            <a:endParaRPr lang="en-US" sz="800"/>
          </a:p>
          <a:p>
            <a:pPr marL="0" indent="0" algn="r">
              <a:buNone/>
            </a:pPr>
            <a:r>
              <a:rPr lang="en-US" sz="800" b="1">
                <a:solidFill>
                  <a:srgbClr val="4FC3F7"/>
                </a:solidFill>
                <a:latin typeface="Calibri" pitchFamily="34" charset="0"/>
                <a:ea typeface="Calibri" pitchFamily="34" charset="-122"/>
                <a:cs typeface="Calibri" pitchFamily="34" charset="-120"/>
              </a:rPr>
              <a:t>foundation</a:t>
            </a:r>
            <a:endParaRPr lang="en-US" sz="800"/>
          </a:p>
        </p:txBody>
      </p:sp>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a:solidFill>
                  <a:srgbClr val="1B3A8A"/>
                </a:solidFill>
                <a:latin typeface="Calibri" pitchFamily="34" charset="0"/>
                <a:ea typeface="Calibri" pitchFamily="34" charset="-122"/>
                <a:cs typeface="Calibri" pitchFamily="34" charset="-120"/>
              </a:rPr>
              <a:t>Conclusion</a:t>
            </a:r>
            <a:endParaRPr lang="en-US" sz="2200"/>
          </a:p>
        </p:txBody>
      </p:sp>
      <p:sp>
        <p:nvSpPr>
          <p:cNvPr id="5" name="Shape 3"/>
          <p:cNvSpPr/>
          <p:nvPr/>
        </p:nvSpPr>
        <p:spPr>
          <a:xfrm>
            <a:off x="0" y="4983480"/>
            <a:ext cx="9144000" cy="160020"/>
          </a:xfrm>
          <a:prstGeom prst="rect">
            <a:avLst/>
          </a:prstGeom>
          <a:solidFill>
            <a:srgbClr val="1B3A8A"/>
          </a:solidFill>
          <a:ln/>
        </p:spPr>
      </p:sp>
      <p:sp>
        <p:nvSpPr>
          <p:cNvPr id="6" name="Text 4"/>
          <p:cNvSpPr/>
          <p:nvPr/>
        </p:nvSpPr>
        <p:spPr>
          <a:xfrm>
            <a:off x="4754880" y="1234440"/>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Abstract of the Project</a:t>
            </a:r>
            <a:endParaRPr lang="en-US" sz="1150"/>
          </a:p>
        </p:txBody>
      </p:sp>
      <p:sp>
        <p:nvSpPr>
          <p:cNvPr id="7" name="Text 5"/>
          <p:cNvSpPr/>
          <p:nvPr/>
        </p:nvSpPr>
        <p:spPr>
          <a:xfrm>
            <a:off x="4754880" y="1636776"/>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Problem Statement</a:t>
            </a:r>
            <a:endParaRPr lang="en-US" sz="1150"/>
          </a:p>
        </p:txBody>
      </p:sp>
      <p:sp>
        <p:nvSpPr>
          <p:cNvPr id="8" name="Text 6"/>
          <p:cNvSpPr/>
          <p:nvPr/>
        </p:nvSpPr>
        <p:spPr>
          <a:xfrm>
            <a:off x="4754880" y="2039112"/>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Proposed Solution</a:t>
            </a:r>
            <a:endParaRPr lang="en-US" sz="1150"/>
          </a:p>
        </p:txBody>
      </p:sp>
      <p:sp>
        <p:nvSpPr>
          <p:cNvPr id="9" name="Text 7"/>
          <p:cNvSpPr/>
          <p:nvPr/>
        </p:nvSpPr>
        <p:spPr>
          <a:xfrm>
            <a:off x="4754880" y="2441448"/>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System Architecture</a:t>
            </a:r>
            <a:endParaRPr lang="en-US" sz="1150"/>
          </a:p>
        </p:txBody>
      </p:sp>
      <p:sp>
        <p:nvSpPr>
          <p:cNvPr id="10" name="Text 8"/>
          <p:cNvSpPr/>
          <p:nvPr/>
        </p:nvSpPr>
        <p:spPr>
          <a:xfrm>
            <a:off x="4754880" y="2843784"/>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Live Demo of the Project</a:t>
            </a:r>
            <a:endParaRPr lang="en-US" sz="1150"/>
          </a:p>
        </p:txBody>
      </p:sp>
      <p:sp>
        <p:nvSpPr>
          <p:cNvPr id="11" name="Text 9"/>
          <p:cNvSpPr/>
          <p:nvPr/>
        </p:nvSpPr>
        <p:spPr>
          <a:xfrm>
            <a:off x="4754880" y="3246120"/>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Embedded Video of Project</a:t>
            </a:r>
            <a:endParaRPr lang="en-US" sz="1150"/>
          </a:p>
        </p:txBody>
      </p:sp>
      <p:sp>
        <p:nvSpPr>
          <p:cNvPr id="12" name="Text 10"/>
          <p:cNvSpPr/>
          <p:nvPr/>
        </p:nvSpPr>
        <p:spPr>
          <a:xfrm>
            <a:off x="4754880" y="3648456"/>
            <a:ext cx="4206240" cy="384048"/>
          </a:xfrm>
          <a:prstGeom prst="rect">
            <a:avLst/>
          </a:prstGeom>
          <a:noFill/>
          <a:ln/>
        </p:spPr>
        <p:txBody>
          <a:bodyPr wrap="square" rtlCol="0" anchor="ctr"/>
          <a:lstStyle/>
          <a:p>
            <a:pPr marL="0" indent="0">
              <a:buNone/>
            </a:pPr>
            <a:r>
              <a:rPr lang="en-US" sz="1150" b="1">
                <a:solidFill>
                  <a:srgbClr val="1B3A8A"/>
                </a:solidFill>
                <a:latin typeface="Calibri" pitchFamily="34" charset="0"/>
                <a:ea typeface="Calibri" pitchFamily="34" charset="-122"/>
                <a:cs typeface="Calibri" pitchFamily="34" charset="-120"/>
              </a:rPr>
              <a:t>• Conclusion</a:t>
            </a:r>
            <a:endParaRPr lang="en-US" sz="1150"/>
          </a:p>
        </p:txBody>
      </p:sp>
      <p:sp>
        <p:nvSpPr>
          <p:cNvPr id="13" name="Text 11"/>
          <p:cNvSpPr/>
          <p:nvPr/>
        </p:nvSpPr>
        <p:spPr>
          <a:xfrm>
            <a:off x="4754880" y="4050792"/>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Future Scope</a:t>
            </a:r>
            <a:endParaRPr lang="en-US" sz="1150"/>
          </a:p>
        </p:txBody>
      </p:sp>
      <p:sp>
        <p:nvSpPr>
          <p:cNvPr id="14" name="Text 12"/>
          <p:cNvSpPr/>
          <p:nvPr/>
        </p:nvSpPr>
        <p:spPr>
          <a:xfrm>
            <a:off x="457200" y="1234440"/>
            <a:ext cx="4114800" cy="3474720"/>
          </a:xfrm>
          <a:prstGeom prst="rect">
            <a:avLst/>
          </a:prstGeom>
          <a:noFill/>
          <a:ln/>
        </p:spPr>
        <p:txBody>
          <a:bodyPr wrap="square" rtlCol="0" anchor="t"/>
          <a:lstStyle/>
          <a:p>
            <a:pPr marL="0" indent="0">
              <a:buNone/>
            </a:pPr>
            <a:r>
              <a:rPr lang="en-US" sz="1300">
                <a:solidFill>
                  <a:srgbClr val="1A1A2E"/>
                </a:solidFill>
                <a:latin typeface="Calibri" pitchFamily="34" charset="0"/>
                <a:ea typeface="Calibri" pitchFamily="34" charset="-122"/>
                <a:cs typeface="Calibri" pitchFamily="34" charset="-120"/>
              </a:rPr>
              <a:t>[Write your project conclusion here. Summarize what was accomplished, the key results and findings, and the overall impact of your work. Mention whether the objectives were achieved and what value this project adds to the domain.]</a:t>
            </a:r>
            <a:endParaRPr lang="en-US" sz="1300"/>
          </a:p>
        </p:txBody>
      </p:sp>
      <p:sp>
        <p:nvSpPr>
          <p:cNvPr id="15" name="Shape 13"/>
          <p:cNvSpPr/>
          <p:nvPr/>
        </p:nvSpPr>
        <p:spPr>
          <a:xfrm>
            <a:off x="4846320" y="777240"/>
            <a:ext cx="3931920" cy="3931920"/>
          </a:xfrm>
          <a:prstGeom prst="rect">
            <a:avLst/>
          </a:prstGeom>
          <a:solidFill>
            <a:srgbClr val="F7F9FC"/>
          </a:solidFill>
          <a:ln w="12700">
            <a:solidFill>
              <a:srgbClr val="ECEFF1"/>
            </a:solidFill>
            <a:prstDash val="solid"/>
          </a:ln>
        </p:spPr>
      </p:sp>
      <p:sp>
        <p:nvSpPr>
          <p:cNvPr id="16" name="Shape 14"/>
          <p:cNvSpPr/>
          <p:nvPr/>
        </p:nvSpPr>
        <p:spPr>
          <a:xfrm>
            <a:off x="5394960" y="1005840"/>
            <a:ext cx="2834640" cy="2834640"/>
          </a:xfrm>
          <a:prstGeom prst="ellipse">
            <a:avLst/>
          </a:prstGeom>
          <a:solidFill>
            <a:srgbClr val="1B3A8A"/>
          </a:solidFill>
          <a:ln/>
        </p:spPr>
      </p:sp>
      <p:sp>
        <p:nvSpPr>
          <p:cNvPr id="17" name="Text 15"/>
          <p:cNvSpPr/>
          <p:nvPr/>
        </p:nvSpPr>
        <p:spPr>
          <a:xfrm>
            <a:off x="5394960" y="1005840"/>
            <a:ext cx="2834640" cy="2194560"/>
          </a:xfrm>
          <a:prstGeom prst="rect">
            <a:avLst/>
          </a:prstGeom>
          <a:noFill/>
          <a:ln/>
        </p:spPr>
        <p:txBody>
          <a:bodyPr wrap="square" rtlCol="0" anchor="ctr"/>
          <a:lstStyle/>
          <a:p>
            <a:pPr marL="0" indent="0" algn="ctr">
              <a:buNone/>
            </a:pPr>
            <a:r>
              <a:rPr lang="en-US" sz="6000">
                <a:solidFill>
                  <a:srgbClr val="000000"/>
                </a:solidFill>
              </a:rPr>
              <a:t>✅</a:t>
            </a:r>
            <a:endParaRPr lang="en-US" sz="6000"/>
          </a:p>
        </p:txBody>
      </p:sp>
      <p:sp>
        <p:nvSpPr>
          <p:cNvPr id="18" name="Shape 16"/>
          <p:cNvSpPr/>
          <p:nvPr/>
        </p:nvSpPr>
        <p:spPr>
          <a:xfrm>
            <a:off x="5303520" y="3474720"/>
            <a:ext cx="3017520" cy="502920"/>
          </a:xfrm>
          <a:prstGeom prst="rect">
            <a:avLst/>
          </a:prstGeom>
          <a:solidFill>
            <a:srgbClr val="1565C0"/>
          </a:solidFill>
          <a:ln/>
        </p:spPr>
      </p:sp>
      <p:sp>
        <p:nvSpPr>
          <p:cNvPr id="19" name="Text 17"/>
          <p:cNvSpPr/>
          <p:nvPr/>
        </p:nvSpPr>
        <p:spPr>
          <a:xfrm>
            <a:off x="5303520" y="3474720"/>
            <a:ext cx="3017520" cy="502920"/>
          </a:xfrm>
          <a:prstGeom prst="rect">
            <a:avLst/>
          </a:prstGeom>
          <a:noFill/>
          <a:ln/>
        </p:spPr>
        <p:txBody>
          <a:bodyPr wrap="square" rtlCol="0" anchor="ctr"/>
          <a:lstStyle/>
          <a:p>
            <a:pPr marL="0" indent="0" algn="ctr">
              <a:buNone/>
            </a:pPr>
            <a:r>
              <a:rPr lang="en-US" sz="1600" b="1" kern="0" spc="200">
                <a:solidFill>
                  <a:srgbClr val="FFFFFF"/>
                </a:solidFill>
                <a:latin typeface="Calibri" pitchFamily="34" charset="0"/>
                <a:ea typeface="Calibri" pitchFamily="34" charset="-122"/>
                <a:cs typeface="Calibri" pitchFamily="34" charset="-120"/>
              </a:rPr>
              <a:t>CONCLUSION</a:t>
            </a:r>
            <a:endParaRPr lang="en-US" sz="16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a:ln/>
        </p:spPr>
      </p:sp>
      <p:sp>
        <p:nvSpPr>
          <p:cNvPr id="3" name="Text 1"/>
          <p:cNvSpPr/>
          <p:nvPr/>
        </p:nvSpPr>
        <p:spPr>
          <a:xfrm>
            <a:off x="7772400" y="45720"/>
            <a:ext cx="1280160" cy="411480"/>
          </a:xfrm>
          <a:prstGeom prst="rect">
            <a:avLst/>
          </a:prstGeom>
          <a:noFill/>
          <a:ln/>
        </p:spPr>
        <p:txBody>
          <a:bodyPr wrap="square" rtlCol="0" anchor="ctr"/>
          <a:lstStyle/>
          <a:p>
            <a:pPr marL="0" indent="0" algn="r">
              <a:buNone/>
            </a:pPr>
            <a:r>
              <a:rPr lang="en-US" sz="800" b="1">
                <a:solidFill>
                  <a:srgbClr val="4FC3F7"/>
                </a:solidFill>
                <a:latin typeface="Calibri" pitchFamily="34" charset="0"/>
                <a:ea typeface="Calibri" pitchFamily="34" charset="-122"/>
                <a:cs typeface="Calibri" pitchFamily="34" charset="-120"/>
              </a:rPr>
              <a:t>edunet</a:t>
            </a:r>
            <a:endParaRPr lang="en-US" sz="800"/>
          </a:p>
          <a:p>
            <a:pPr marL="0" indent="0" algn="r">
              <a:buNone/>
            </a:pPr>
            <a:r>
              <a:rPr lang="en-US" sz="800" b="1">
                <a:solidFill>
                  <a:srgbClr val="4FC3F7"/>
                </a:solidFill>
                <a:latin typeface="Calibri" pitchFamily="34" charset="0"/>
                <a:ea typeface="Calibri" pitchFamily="34" charset="-122"/>
                <a:cs typeface="Calibri" pitchFamily="34" charset="-120"/>
              </a:rPr>
              <a:t>foundation</a:t>
            </a:r>
            <a:endParaRPr lang="en-US" sz="800"/>
          </a:p>
        </p:txBody>
      </p:sp>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a:solidFill>
                  <a:srgbClr val="1B3A8A"/>
                </a:solidFill>
                <a:latin typeface="Calibri" pitchFamily="34" charset="0"/>
                <a:ea typeface="Calibri" pitchFamily="34" charset="-122"/>
                <a:cs typeface="Calibri" pitchFamily="34" charset="-120"/>
              </a:rPr>
              <a:t>Future Scope</a:t>
            </a:r>
            <a:endParaRPr lang="en-US" sz="2200"/>
          </a:p>
        </p:txBody>
      </p:sp>
      <p:sp>
        <p:nvSpPr>
          <p:cNvPr id="5" name="Shape 3"/>
          <p:cNvSpPr/>
          <p:nvPr/>
        </p:nvSpPr>
        <p:spPr>
          <a:xfrm>
            <a:off x="0" y="4983480"/>
            <a:ext cx="9144000" cy="160020"/>
          </a:xfrm>
          <a:prstGeom prst="rect">
            <a:avLst/>
          </a:prstGeom>
          <a:solidFill>
            <a:srgbClr val="1B3A8A"/>
          </a:solidFill>
          <a:ln/>
        </p:spPr>
      </p:sp>
      <p:sp>
        <p:nvSpPr>
          <p:cNvPr id="6" name="Text 4"/>
          <p:cNvSpPr/>
          <p:nvPr/>
        </p:nvSpPr>
        <p:spPr>
          <a:xfrm>
            <a:off x="4754880" y="1234440"/>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Abstract of the Project</a:t>
            </a:r>
            <a:endParaRPr lang="en-US" sz="1150"/>
          </a:p>
        </p:txBody>
      </p:sp>
      <p:sp>
        <p:nvSpPr>
          <p:cNvPr id="7" name="Text 5"/>
          <p:cNvSpPr/>
          <p:nvPr/>
        </p:nvSpPr>
        <p:spPr>
          <a:xfrm>
            <a:off x="4754880" y="1636776"/>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Problem Statement</a:t>
            </a:r>
            <a:endParaRPr lang="en-US" sz="1150"/>
          </a:p>
        </p:txBody>
      </p:sp>
      <p:sp>
        <p:nvSpPr>
          <p:cNvPr id="8" name="Text 6"/>
          <p:cNvSpPr/>
          <p:nvPr/>
        </p:nvSpPr>
        <p:spPr>
          <a:xfrm>
            <a:off x="4754880" y="2039112"/>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Proposed Solution</a:t>
            </a:r>
            <a:endParaRPr lang="en-US" sz="1150"/>
          </a:p>
        </p:txBody>
      </p:sp>
      <p:sp>
        <p:nvSpPr>
          <p:cNvPr id="9" name="Text 7"/>
          <p:cNvSpPr/>
          <p:nvPr/>
        </p:nvSpPr>
        <p:spPr>
          <a:xfrm>
            <a:off x="4754880" y="2441448"/>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System Architecture</a:t>
            </a:r>
            <a:endParaRPr lang="en-US" sz="1150"/>
          </a:p>
        </p:txBody>
      </p:sp>
      <p:sp>
        <p:nvSpPr>
          <p:cNvPr id="10" name="Text 8"/>
          <p:cNvSpPr/>
          <p:nvPr/>
        </p:nvSpPr>
        <p:spPr>
          <a:xfrm>
            <a:off x="4754880" y="2843784"/>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Live Demo of the Project</a:t>
            </a:r>
            <a:endParaRPr lang="en-US" sz="1150"/>
          </a:p>
        </p:txBody>
      </p:sp>
      <p:sp>
        <p:nvSpPr>
          <p:cNvPr id="11" name="Text 9"/>
          <p:cNvSpPr/>
          <p:nvPr/>
        </p:nvSpPr>
        <p:spPr>
          <a:xfrm>
            <a:off x="4754880" y="3246120"/>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Embedded Video of Project</a:t>
            </a:r>
            <a:endParaRPr lang="en-US" sz="1150"/>
          </a:p>
        </p:txBody>
      </p:sp>
      <p:sp>
        <p:nvSpPr>
          <p:cNvPr id="12" name="Text 10"/>
          <p:cNvSpPr/>
          <p:nvPr/>
        </p:nvSpPr>
        <p:spPr>
          <a:xfrm>
            <a:off x="4754880" y="3648456"/>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Conclusion</a:t>
            </a:r>
            <a:endParaRPr lang="en-US" sz="1150"/>
          </a:p>
        </p:txBody>
      </p:sp>
      <p:sp>
        <p:nvSpPr>
          <p:cNvPr id="13" name="Text 11"/>
          <p:cNvSpPr/>
          <p:nvPr/>
        </p:nvSpPr>
        <p:spPr>
          <a:xfrm>
            <a:off x="4754880" y="4050792"/>
            <a:ext cx="4206240" cy="384048"/>
          </a:xfrm>
          <a:prstGeom prst="rect">
            <a:avLst/>
          </a:prstGeom>
          <a:noFill/>
          <a:ln/>
        </p:spPr>
        <p:txBody>
          <a:bodyPr wrap="square" rtlCol="0" anchor="ctr"/>
          <a:lstStyle/>
          <a:p>
            <a:pPr marL="0" indent="0">
              <a:buNone/>
            </a:pPr>
            <a:r>
              <a:rPr lang="en-US" sz="1150" b="1">
                <a:solidFill>
                  <a:srgbClr val="1B3A8A"/>
                </a:solidFill>
                <a:latin typeface="Calibri" pitchFamily="34" charset="0"/>
                <a:ea typeface="Calibri" pitchFamily="34" charset="-122"/>
                <a:cs typeface="Calibri" pitchFamily="34" charset="-120"/>
              </a:rPr>
              <a:t>• Future Scope</a:t>
            </a:r>
            <a:endParaRPr lang="en-US" sz="1150"/>
          </a:p>
        </p:txBody>
      </p:sp>
      <p:sp>
        <p:nvSpPr>
          <p:cNvPr id="14" name="Text 12"/>
          <p:cNvSpPr/>
          <p:nvPr/>
        </p:nvSpPr>
        <p:spPr>
          <a:xfrm>
            <a:off x="457200" y="1234440"/>
            <a:ext cx="4114800" cy="3474720"/>
          </a:xfrm>
          <a:prstGeom prst="rect">
            <a:avLst/>
          </a:prstGeom>
          <a:noFill/>
          <a:ln/>
        </p:spPr>
        <p:txBody>
          <a:bodyPr wrap="square" rtlCol="0" anchor="t"/>
          <a:lstStyle/>
          <a:p>
            <a:pPr marL="0" indent="0">
              <a:buNone/>
            </a:pPr>
            <a:r>
              <a:rPr lang="en-US" sz="1300">
                <a:solidFill>
                  <a:srgbClr val="1A1A2E"/>
                </a:solidFill>
                <a:latin typeface="Calibri" pitchFamily="34" charset="0"/>
                <a:ea typeface="Calibri" pitchFamily="34" charset="-122"/>
                <a:cs typeface="Calibri" pitchFamily="34" charset="-120"/>
              </a:rPr>
              <a:t>[Describe the future enhancements and improvements planned for this project. Mention additional features, scalability plans, integration possibilities, or further research areas that can extend the project's impact.]</a:t>
            </a:r>
            <a:endParaRPr lang="en-US" sz="1300"/>
          </a:p>
        </p:txBody>
      </p:sp>
      <p:sp>
        <p:nvSpPr>
          <p:cNvPr id="15" name="Shape 13"/>
          <p:cNvSpPr/>
          <p:nvPr/>
        </p:nvSpPr>
        <p:spPr>
          <a:xfrm>
            <a:off x="4846320" y="777240"/>
            <a:ext cx="3931920" cy="3931920"/>
          </a:xfrm>
          <a:prstGeom prst="rect">
            <a:avLst/>
          </a:prstGeom>
          <a:solidFill>
            <a:srgbClr val="F7F9FC"/>
          </a:solidFill>
          <a:ln w="12700">
            <a:solidFill>
              <a:srgbClr val="ECEFF1"/>
            </a:solidFill>
            <a:prstDash val="solid"/>
          </a:ln>
        </p:spPr>
      </p:sp>
      <p:sp>
        <p:nvSpPr>
          <p:cNvPr id="16" name="Text 14"/>
          <p:cNvSpPr/>
          <p:nvPr/>
        </p:nvSpPr>
        <p:spPr>
          <a:xfrm>
            <a:off x="4846320" y="914400"/>
            <a:ext cx="3931920" cy="2926080"/>
          </a:xfrm>
          <a:prstGeom prst="rect">
            <a:avLst/>
          </a:prstGeom>
          <a:noFill/>
          <a:ln/>
        </p:spPr>
        <p:txBody>
          <a:bodyPr wrap="square" rtlCol="0" anchor="ctr"/>
          <a:lstStyle/>
          <a:p>
            <a:pPr marL="0" indent="0" algn="ctr">
              <a:buNone/>
            </a:pPr>
            <a:r>
              <a:rPr lang="en-US" sz="10000">
                <a:solidFill>
                  <a:srgbClr val="000000"/>
                </a:solidFill>
              </a:rPr>
              <a:t>🧠</a:t>
            </a:r>
            <a:endParaRPr lang="en-US" sz="10000"/>
          </a:p>
        </p:txBody>
      </p:sp>
      <p:sp>
        <p:nvSpPr>
          <p:cNvPr id="17" name="Text 15"/>
          <p:cNvSpPr/>
          <p:nvPr/>
        </p:nvSpPr>
        <p:spPr>
          <a:xfrm>
            <a:off x="4846320" y="3703320"/>
            <a:ext cx="3931920" cy="320040"/>
          </a:xfrm>
          <a:prstGeom prst="rect">
            <a:avLst/>
          </a:prstGeom>
          <a:noFill/>
          <a:ln/>
        </p:spPr>
        <p:txBody>
          <a:bodyPr wrap="square" rtlCol="0" anchor="ctr"/>
          <a:lstStyle/>
          <a:p>
            <a:pPr marL="0" indent="0" algn="ctr">
              <a:buNone/>
            </a:pPr>
            <a:r>
              <a:rPr lang="en-US" sz="1000" i="1">
                <a:solidFill>
                  <a:srgbClr val="607D8B"/>
                </a:solidFill>
                <a:latin typeface="Calibri" pitchFamily="34" charset="0"/>
                <a:ea typeface="Calibri" pitchFamily="34" charset="-122"/>
                <a:cs typeface="Calibri" pitchFamily="34" charset="-120"/>
              </a:rPr>
              <a:t>[Future ideas &amp; roadmap]</a:t>
            </a:r>
            <a:endParaRPr lang="en-US" sz="10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a:ln/>
        </p:spPr>
      </p:sp>
      <p:sp>
        <p:nvSpPr>
          <p:cNvPr id="3" name="Text 1"/>
          <p:cNvSpPr/>
          <p:nvPr/>
        </p:nvSpPr>
        <p:spPr>
          <a:xfrm>
            <a:off x="6305973" y="45720"/>
            <a:ext cx="2746587" cy="411480"/>
          </a:xfrm>
          <a:prstGeom prst="rect">
            <a:avLst/>
          </a:prstGeom>
          <a:noFill/>
          <a:ln/>
        </p:spPr>
        <p:txBody>
          <a:bodyPr wrap="square" rtlCol="0" anchor="ctr"/>
          <a:lstStyle/>
          <a:p>
            <a:pPr marL="0" indent="0" algn="r">
              <a:buNone/>
            </a:pPr>
            <a:r>
              <a:rPr lang="en-US" sz="800" b="1">
                <a:solidFill>
                  <a:srgbClr val="4FC3F7"/>
                </a:solidFill>
                <a:latin typeface="Calibri" pitchFamily="34" charset="0"/>
                <a:ea typeface="Calibri" pitchFamily="34" charset="-122"/>
                <a:cs typeface="Calibri" pitchFamily="34" charset="-120"/>
              </a:rPr>
              <a:t>edunet</a:t>
            </a:r>
            <a:endParaRPr lang="en-US" sz="800"/>
          </a:p>
          <a:p>
            <a:pPr marL="0" indent="0" algn="r">
              <a:buNone/>
            </a:pPr>
            <a:r>
              <a:rPr lang="en-US" sz="800" b="1">
                <a:solidFill>
                  <a:srgbClr val="4FC3F7"/>
                </a:solidFill>
                <a:latin typeface="Calibri" pitchFamily="34" charset="0"/>
                <a:ea typeface="Calibri" pitchFamily="34" charset="-122"/>
                <a:cs typeface="Calibri" pitchFamily="34" charset="-120"/>
              </a:rPr>
              <a:t>foundation</a:t>
            </a:r>
            <a:endParaRPr lang="en-US" sz="800"/>
          </a:p>
        </p:txBody>
      </p:sp>
      <p:sp>
        <p:nvSpPr>
          <p:cNvPr id="4" name="Text 2"/>
          <p:cNvSpPr/>
          <p:nvPr/>
        </p:nvSpPr>
        <p:spPr>
          <a:xfrm>
            <a:off x="914400" y="1371600"/>
            <a:ext cx="7315200" cy="1463040"/>
          </a:xfrm>
          <a:prstGeom prst="rect">
            <a:avLst/>
          </a:prstGeom>
          <a:noFill/>
          <a:ln/>
        </p:spPr>
        <p:txBody>
          <a:bodyPr wrap="square" rtlCol="0" anchor="ctr"/>
          <a:lstStyle/>
          <a:p>
            <a:pPr marL="0" indent="0" algn="ctr">
              <a:buNone/>
            </a:pPr>
            <a:r>
              <a:rPr lang="en-US" sz="7200" b="1">
                <a:solidFill>
                  <a:srgbClr val="1B3A8A"/>
                </a:solidFill>
                <a:latin typeface="Calibri" pitchFamily="34" charset="0"/>
                <a:ea typeface="Calibri" pitchFamily="34" charset="-122"/>
                <a:cs typeface="Calibri" pitchFamily="34" charset="-120"/>
              </a:rPr>
              <a:t>Thank You</a:t>
            </a:r>
            <a:endParaRPr lang="en-US" sz="7200"/>
          </a:p>
        </p:txBody>
      </p:sp>
      <p:sp>
        <p:nvSpPr>
          <p:cNvPr id="5" name="Text 3"/>
          <p:cNvSpPr/>
          <p:nvPr/>
        </p:nvSpPr>
        <p:spPr>
          <a:xfrm>
            <a:off x="914400" y="3017520"/>
            <a:ext cx="7315200" cy="411480"/>
          </a:xfrm>
          <a:prstGeom prst="rect">
            <a:avLst/>
          </a:prstGeom>
          <a:noFill/>
          <a:ln/>
        </p:spPr>
        <p:txBody>
          <a:bodyPr wrap="square" rtlCol="0" anchor="ctr"/>
          <a:lstStyle/>
          <a:p>
            <a:pPr marL="0" indent="0" algn="ctr">
              <a:buNone/>
            </a:pPr>
            <a:r>
              <a:rPr lang="en-US" sz="1400" kern="0" spc="200">
                <a:solidFill>
                  <a:srgbClr val="1565C0"/>
                </a:solidFill>
                <a:latin typeface="Calibri" pitchFamily="34" charset="0"/>
                <a:ea typeface="Calibri" pitchFamily="34" charset="-122"/>
                <a:cs typeface="Calibri" pitchFamily="34" charset="-120"/>
              </a:rPr>
              <a:t>AICW Fellowship  |  Student Project Presentation 2026</a:t>
            </a:r>
            <a:endParaRPr lang="en-US" sz="1400"/>
          </a:p>
        </p:txBody>
      </p:sp>
      <p:sp>
        <p:nvSpPr>
          <p:cNvPr id="6" name="Text 4"/>
          <p:cNvSpPr/>
          <p:nvPr/>
        </p:nvSpPr>
        <p:spPr>
          <a:xfrm>
            <a:off x="914400" y="3566160"/>
            <a:ext cx="7315200" cy="320040"/>
          </a:xfrm>
          <a:prstGeom prst="rect">
            <a:avLst/>
          </a:prstGeom>
          <a:noFill/>
          <a:ln/>
        </p:spPr>
        <p:txBody>
          <a:bodyPr wrap="square" lIns="91440" tIns="45720" rIns="91440" bIns="45720" rtlCol="0" anchor="ctr"/>
          <a:lstStyle/>
          <a:p>
            <a:pPr marL="0" indent="0" algn="ctr">
              <a:buNone/>
            </a:pPr>
            <a:r>
              <a:rPr lang="en-US" sz="1100">
                <a:solidFill>
                  <a:srgbClr val="607D8B"/>
                </a:solidFill>
                <a:latin typeface="Calibri"/>
                <a:ea typeface="Calibri"/>
                <a:cs typeface="Calibri"/>
              </a:rPr>
              <a:t>  LinkedIn  |   Edunet Foundation</a:t>
            </a:r>
            <a:endParaRPr lang="en-US" sz="1100"/>
          </a:p>
        </p:txBody>
      </p:sp>
      <p:sp>
        <p:nvSpPr>
          <p:cNvPr id="7" name="Shape 5"/>
          <p:cNvSpPr/>
          <p:nvPr/>
        </p:nvSpPr>
        <p:spPr>
          <a:xfrm>
            <a:off x="0" y="4983480"/>
            <a:ext cx="9144000" cy="160020"/>
          </a:xfrm>
          <a:prstGeom prst="rect">
            <a:avLst/>
          </a:prstGeom>
          <a:solidFill>
            <a:srgbClr val="1B3A8A"/>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11</Slides>
  <Notes>11</Notes>
  <HiddenSlides>0</HiddenSlide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AICW Student Project Presentation Template 2026</dc:title>
  <dc:subject>PptxGenJS Presentation</dc:subject>
  <dc:creator>PptxGenJS</dc:creator>
  <cp:revision>1</cp:revision>
  <dcterms:created xsi:type="dcterms:W3CDTF">2026-02-18T09:17:23Z</dcterms:created>
  <dcterms:modified xsi:type="dcterms:W3CDTF">2026-02-19T06:36:05Z</dcterms:modified>
</cp:coreProperties>
</file>